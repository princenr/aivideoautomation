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9DE0-CEC9-2E52-4C99-D7A6150E8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0F95B-07CA-94D8-7746-36CBAC1BA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84C22-E2F4-91FB-7D51-5FE81B3D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12EB0-EBA7-9331-9C5A-0D25C3E7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36C44-C73C-5A76-6251-A0BE6E6F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44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0DF6-7733-50E4-18E7-C254E2D8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49A81-D38F-2E37-79C1-967A09F60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E6E75-85AB-A8F5-62AB-099A2031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FE791-C4A9-845E-DCF5-A00BACB2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D84B-DFA2-77AB-7BD8-8DC6F333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9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34EC-4DFD-CC0C-BA8A-29FC6DDC2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85B12-30E9-525C-F421-99EE92F3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F09B-AF29-EA4A-BD3E-4C375C34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11F96-04E7-9D43-4C1A-7433E2B6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38AE2-C91A-FF28-D27C-96057BC3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99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7F34-5C00-9036-C683-CF111124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9151-B9E5-9DF1-C254-008C3629D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94C7B-8719-31C2-96C4-DA7F42FD7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E2A27-2944-CCF2-266B-62AFDF3D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BE6D5-2B3E-60BC-D1A2-2868564B5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35350-D76A-91E7-1C26-E0375907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28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06DC-0D9B-0BA3-3F4D-21D4EC167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3455D-1B4C-E56A-C768-82F64A30B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AB4F1-F681-88B8-F01E-2EAA33988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1752F2-4ADE-3C61-0C61-DB6FB65AD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CF2AF-1538-AE33-D6B8-534CC4EC5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21592-6EED-ABEF-60F2-07E608F5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6F8B4-AB77-D034-2EF0-AF942832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DB32E-1B4B-56C7-E6A5-A202BCBF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3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7890-9667-9E01-80EF-24E1A290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19F85-8E7E-C118-DA9A-D519E835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36E24-0F2B-4DA4-BC43-BD5BB0F5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8FF2C-CB19-620C-BE3C-8AD5C50E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87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8E53B-DFE2-59F9-05B9-D678627B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478B2-011F-88B5-C8B1-C4636344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317FA-BD2B-6FB7-D2A9-70335F28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0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B2EF-1048-01FE-03CA-EF95932F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F74F6-AB03-28CC-52FC-641133BED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50470-126F-F814-5A19-113D42863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47B92-04F1-2D43-E7EF-40724605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9BC32-CCFD-C9C5-69E2-DA89EF88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97C7F-4989-1BFB-CECC-0BAF7FFA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19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40C3-8DA4-7C19-F5E0-9D709DEF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97E44-15F7-298A-5F87-630CE4E39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DAF99-4BAD-5113-7E87-C17A48585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B6936-75E6-EB5D-4FD7-3E0A8E2F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1E1A-0396-1E76-3AA8-3266F824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F0527-5056-A64D-5A32-E057E861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5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1CE4-5862-8F2C-E734-C16F2099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711B0-71F2-7F86-3F6B-C900D8CAE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FEC95-2F40-0D05-696B-8B6A3DB2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7F8AB-AFA8-95D9-6944-FE301488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ACB04-9065-11AC-C73C-4B31D6A3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35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0FE3D-772A-23A0-61F4-512168E17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70F64-129B-9E2E-3720-C2040BE1C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37EA-2782-1896-99BB-7D572F6A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333BA-F02D-34BD-8A11-11B7A128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75337-10A4-E8E1-86FB-16D7686E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73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50055F-51B1-B3D4-8160-56EE293E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3B502-85FD-83C9-7C69-8D520E1AE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9AAEF-6E90-A6F5-60E5-69BD90179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28766-CB71-489E-86CD-7F8B6490081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C50E4-8A85-B2D3-6FB3-D3887BCDE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A2116-97B8-E746-4BF4-7F2F69A40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6EFAD-8A63-4295-9866-4CF608E3D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4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1FA5E-6A1A-F6F3-6DC9-54727F819D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89736-CEE5-F813-843D-8FA50E473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FD7DAB8-447E-5223-717A-DCD6D3B136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4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 R</dc:creator>
  <cp:lastModifiedBy>Prince N R</cp:lastModifiedBy>
  <cp:revision>2</cp:revision>
  <dcterms:created xsi:type="dcterms:W3CDTF">2026-08-04T18:36:24Z</dcterms:created>
  <dcterms:modified xsi:type="dcterms:W3CDTF">2026-08-06T12:56:28Z</dcterms:modified>
</cp:coreProperties>
</file>