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6.mp3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43082C6F-43FB-DBEB-7CAC-CF0DA2D2DF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seq concurrent="1" nextAc="seek">
              <p:cTn id="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19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2026-08-07T09:00:15Z</dcterms:modified>
  <cp:category/>
</cp:coreProperties>
</file>