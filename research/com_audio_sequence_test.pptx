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3644"/>
    <a:srgbClr val="64748B"/>
    <a:srgbClr val="475569"/>
    <a:srgbClr val="1C1C1C"/>
    <a:srgbClr val="2F4F4F"/>
    <a:srgbClr val="1E293B"/>
    <a:srgbClr val="1F1B1D"/>
    <a:srgbClr val="616161"/>
    <a:srgbClr val="201A1E"/>
    <a:srgbClr val="472D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99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2.mp3"/><Relationship Id="rId7" Type="http://schemas.openxmlformats.org/officeDocument/2006/relationships/image" Target="../media/image2.png"/><Relationship Id="rId12" Type="http://schemas.openxmlformats.org/officeDocument/2006/relationships/image" Target="../media/image6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4.jpg"/><Relationship Id="rId4" Type="http://schemas.openxmlformats.org/officeDocument/2006/relationships/audio" Target="../media/media2.mp3"/><Relationship Id="rId9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7.xml"/><Relationship Id="rId7" Type="http://schemas.microsoft.com/office/2007/relationships/hdphoto" Target="../media/hdphoto1.wdp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7.xml"/><Relationship Id="rId7" Type="http://schemas.microsoft.com/office/2007/relationships/hdphoto" Target="../media/hdphoto1.wdp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7.xml"/><Relationship Id="rId7" Type="http://schemas.microsoft.com/office/2007/relationships/hdphoto" Target="../media/hdphoto1.wdp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6.mp3"/><Relationship Id="rId7" Type="http://schemas.openxmlformats.org/officeDocument/2006/relationships/image" Target="../media/image2.png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5.png"/><Relationship Id="rId4" Type="http://schemas.openxmlformats.org/officeDocument/2006/relationships/audio" Target="../media/media6.mp3"/><Relationship Id="rId9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jpg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jpg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jpg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10.mp3"/><Relationship Id="rId7" Type="http://schemas.openxmlformats.org/officeDocument/2006/relationships/image" Target="../media/image2.png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5.png"/><Relationship Id="rId4" Type="http://schemas.openxmlformats.org/officeDocument/2006/relationships/audio" Target="../media/media10.mp3"/><Relationship Id="rId9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8.jpg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8.jpg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8.jpg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cultivate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prepare and use land for growing crops or plants.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97AB29-D224-5631-2BF3-17C2CE43B1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जोतना,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കൃഷിചെയ്യുക,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பயிரிடு</a:t>
            </a:r>
            <a:endParaRPr lang="en-IN" b="1" dirty="0">
              <a:solidFill>
                <a:srgbClr val="47556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/ˈkʌl.tɪ.veɪt/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18" name="Picture 17" descr="00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19" name="pronunciation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20" name="pronunciation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21" name="meaning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4" name="pronunciation">
            <a:hlinkClick r:id="" action="ppaction://media"/>
            <a:extLst>
              <a:ext uri="{FF2B5EF4-FFF2-40B4-BE49-F238E27FC236}">
                <a16:creationId xmlns:a16="http://schemas.microsoft.com/office/drawing/2014/main" id="{AB8BDA5C-17F1-23D9-BCA0-BB5732DEB34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0" y="0"/>
            <a:ext cx="406400" cy="406400"/>
          </a:xfrm>
          <a:prstGeom prst="rect">
            <a:avLst/>
          </a:prstGeom>
        </p:spPr>
      </p:pic>
      <p:pic>
        <p:nvPicPr>
          <p:cNvPr id="6" name="pronunciation">
            <a:hlinkClick r:id="" action="ppaction://media"/>
            <a:extLst>
              <a:ext uri="{FF2B5EF4-FFF2-40B4-BE49-F238E27FC236}">
                <a16:creationId xmlns:a16="http://schemas.microsoft.com/office/drawing/2014/main" id="{2376A8F0-56CE-71C5-EC95-83B690FE396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508000" y="0"/>
            <a:ext cx="406400" cy="406400"/>
          </a:xfrm>
          <a:prstGeom prst="rect">
            <a:avLst/>
          </a:prstGeom>
        </p:spPr>
      </p:pic>
      <p:pic>
        <p:nvPicPr>
          <p:cNvPr id="9" name="meaning">
            <a:hlinkClick r:id="" action="ppaction://media"/>
            <a:extLst>
              <a:ext uri="{FF2B5EF4-FFF2-40B4-BE49-F238E27FC236}">
                <a16:creationId xmlns:a16="http://schemas.microsoft.com/office/drawing/2014/main" id="{08AA75F4-0D51-EBF9-AB22-300938EB2FC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016000" y="0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audio>
            <p:audi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audio>
            <p:seq concurrent="1" nextAc="seek">
              <p:cTn id="5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9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94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" dur="35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A1FAF-FDF6-D262-4A6E-8F98ACE4A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A81A8A7-71C2-A8EE-E03C-BD486F868A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/ˈkʌl.tɪ.veɪt/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92E79E2-5CAD-D379-5C20-8A1707B00B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cultivate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prepare and use land for growing crops or plants.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A704EA-DBA6-7A74-1E29-E0E399DC95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local family cultivated organic vegetables on their small farm last year.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CE9C-16FA-6AB7-2AEC-05853ABB59B8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94828-D644-2796-92D6-FAF160DB0C2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जोतना,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കൃഷിചെയ്യുക,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பயிரிடு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0" name="Picture 19" descr="0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1" name="present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33721"/>
      </p:ext>
    </p:extLst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A4F9D1-DD01-2A0C-BA1C-F5AE3F2DD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1B1DB53D-A1BD-2743-4573-1146636AF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/ˈkʌl.tɪ.veɪt/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F373F6F7-FF94-4E2E-08A0-C01BE84F1F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cultivate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prepare and use land for growing crops or plants.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892612-1B2E-1773-39E7-B2EC7757F3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local family cultivated organic vegetables on their small farm last year.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4EDAF-AC6D-61E3-3AE8-5AF4B7AA566D}"/>
              </a:ext>
            </a:extLst>
          </p:cNvPr>
          <p:cNvSpPr txBox="1"/>
          <p:nvPr/>
        </p:nvSpPr>
        <p:spPr>
          <a:xfrm>
            <a:off x="2895599" y="4948361"/>
            <a:ext cx="866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Farmers cultivate the fertile soil every spring to prepare for planting crops.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58E69-D62B-402C-537C-2585F5407329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8B3D8-B85C-5D71-F240-2608622284BF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जोतना,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കൃഷിചെയ്യുക,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பயிரிடு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3" name="Picture 22" descr="0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4" name="present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023049"/>
      </p:ext>
    </p:extLst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63B76A-1DDC-E908-B715-4D5AD5C46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C255B0C-908B-760D-5C59-55332535C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/ˈkʌl.tɪ.veɪt/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5329CAB9-5A4C-4E45-9F44-064B8C9040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cultivate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prepare and use land for growing crops or plants.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D9AD66-C36B-CDA3-60DF-3DE8F53026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local family cultivated organic vegetables on their small farm last year.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2895599" y="4948361"/>
            <a:ext cx="807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Farmers cultivate the fertile soil every spring to prepare for planting crops.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3794638" y="5554756"/>
            <a:ext cx="7468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Next season, our community will cultivate a large field of sweet corn.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5960A-98FD-C624-A616-C23C3B183BE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AE4CF2-87B2-9E90-5571-EBB293BCDA70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जोतना,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കൃഷിചെയ്യുക,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பயிரிடு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1" name="Picture 20" descr="0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2" name="future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314893"/>
      </p:ext>
    </p:extLst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harvest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gather a ripe crop from the fields.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फसल काटना,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വിളവെടുക്കുക,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அறுவடை செய்</a:t>
            </a:r>
            <a:endParaRPr lang="en-IN" b="1" dirty="0">
              <a:solidFill>
                <a:srgbClr val="47556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/ˈhɑːr.vəst/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18" name="Picture 17" descr="00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19" name="pronunciation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20" name="pronunciation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21" name="meaning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audio>
            <p:audi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/ˈhɑːr.vəst/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harvest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gather a ripe crop from the fields.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tired farmers harvested all the wheat before the heavy rain started.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CE9C-16FA-6AB7-2AEC-05853ABB59B8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94828-D644-2796-92D6-FAF160DB0C2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फसल काटना,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വിളവെടുക്കുക,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அறுவடை செய்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0" name="Picture 19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1" name="present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/ˈhɑːr.vəst/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harvest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gather a ripe crop from the fields.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tired farmers harvested all the wheat before the heavy rain started.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4EDAF-AC6D-61E3-3AE8-5AF4B7AA566D}"/>
              </a:ext>
            </a:extLst>
          </p:cNvPr>
          <p:cNvSpPr txBox="1"/>
          <p:nvPr/>
        </p:nvSpPr>
        <p:spPr>
          <a:xfrm>
            <a:off x="2895599" y="4948361"/>
            <a:ext cx="866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Workers harvest fresh apples from the orchard early in the morning.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58E69-D62B-402C-537C-2585F5407329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8B3D8-B85C-5D71-F240-2608622284BF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फसल काटना,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വിളവെടുക്കുക,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அறுவடை செய்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3" name="Picture 22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4" name="present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/ˈhɑːr.vəst/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harvest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gather a ripe crop from the fields.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tired farmers harvested all the wheat before the heavy rain started.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2895599" y="4948361"/>
            <a:ext cx="807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Workers harvest fresh apples from the orchard early in the morning.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3794638" y="5554756"/>
            <a:ext cx="7468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They will harvest the golden grain when it becomes completely ripe tomorrow.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5960A-98FD-C624-A616-C23C3B183BE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AE4CF2-87B2-9E90-5571-EBB293BCDA70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फसल काटना,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വിളവെടുക്കുക,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அறுவடை செய்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1" name="Picture 20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2" name="future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irrigation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The supply of water to land or crops to help growth.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सिंचाई,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ജലസേചനം,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பாசனம்</a:t>
            </a:r>
            <a:endParaRPr lang="en-IN" b="1" dirty="0">
              <a:solidFill>
                <a:srgbClr val="47556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3/3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/ˌɪr.əˈɡeɪ.ʃən/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18" name="Picture 17" descr="00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19" name="pronunciation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20" name="pronunciation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21" name="meaning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audio>
            <p:audi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/ˌɪr.əˈɡeɪ.ʃən/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irrigation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The supply of water to land or crops to help growth.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old irrigation system supplied water to all farms in the valley.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CE9C-16FA-6AB7-2AEC-05853ABB59B8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3/3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94828-D644-2796-92D6-FAF160DB0C2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सिंचाई,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ജലസേചനം,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பாசனம்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0" name="Picture 19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1" name="present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/ˌɪr.əˈɡeɪ.ʃən/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irrigation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The supply of water to land or crops to help growth.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old irrigation system supplied water to all farms in the valley.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4EDAF-AC6D-61E3-3AE8-5AF4B7AA566D}"/>
              </a:ext>
            </a:extLst>
          </p:cNvPr>
          <p:cNvSpPr txBox="1"/>
          <p:nvPr/>
        </p:nvSpPr>
        <p:spPr>
          <a:xfrm>
            <a:off x="2895599" y="4948361"/>
            <a:ext cx="866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Modern irrigation provides enough water for crops during dry weather conditions.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58E69-D62B-402C-537C-2585F5407329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3/3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8B3D8-B85C-5D71-F240-2608622284BF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सिंचाई,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ജലസേചനം,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பாசனம்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3" name="Picture 22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4" name="present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/ˌɪr.əˈɡeɪ.ʃən/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irrigation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The supply of water to land or crops to help growth.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old irrigation system supplied water to all farms in the valley.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2895599" y="4948361"/>
            <a:ext cx="807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Modern irrigation provides enough water for crops during dry weather conditions.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3794638" y="5554756"/>
            <a:ext cx="7468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A new irrigation project will help farmers grow crops during dry summer.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5960A-98FD-C624-A616-C23C3B183BE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3/3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AE4CF2-87B2-9E90-5571-EBB293BCDA70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सिंचाई,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ജലസേചനം,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பாசனம்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1" name="Picture 20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2" name="future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655</Words>
  <Application>Microsoft Office PowerPoint</Application>
  <PresentationFormat>Widescreen</PresentationFormat>
  <Paragraphs>114</Paragraphs>
  <Slides>12</Slides>
  <Notes>0</Notes>
  <HiddenSlides>0</HiddenSlides>
  <MMClips>21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Noto Sans SemiBold</vt:lpstr>
      <vt:lpstr>Poppins</vt:lpstr>
      <vt:lpstr>Poppins ExtraBold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Prince N R</cp:lastModifiedBy>
  <cp:revision>12</cp:revision>
  <dcterms:created xsi:type="dcterms:W3CDTF">2013-01-27T09:14:16Z</dcterms:created>
  <dcterms:modified xsi:type="dcterms:W3CDTF">2026-08-07T09:58:46Z</dcterms:modified>
  <cp:category/>
</cp:coreProperties>
</file>