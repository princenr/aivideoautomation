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D5DA6F0-6924-C9B3-E7C6-FE379C4B48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4A5F1AAD-757A-4E50-5499-6552C9938D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08000" y="0"/>
            <a:ext cx="406400" cy="40640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C4D2ADB8-3B8B-7C37-C03D-7B408167305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1600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2026-08-07T18:33:28Z</dcterms:modified>
  <cp:category/>
</cp:coreProperties>
</file>