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12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g"/><Relationship Id="rId4" Type="http://schemas.openxmlformats.org/officeDocument/2006/relationships/audio" Target="../media/media2.mp3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6.mp3"/><Relationship Id="rId7" Type="http://schemas.openxmlformats.org/officeDocument/2006/relationships/image" Target="../media/image2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6.mp3"/><Relationship Id="rId9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.jp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10.mp3"/><Relationship Id="rId7" Type="http://schemas.openxmlformats.org/officeDocument/2006/relationships/image" Target="../media/image2.png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5.png"/><Relationship Id="rId4" Type="http://schemas.openxmlformats.org/officeDocument/2006/relationships/audio" Target="../media/media10.mp3"/><Relationship Id="rId9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jpg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4" name="pronunciation">
            <a:hlinkClick r:id="" action="ppaction://media"/>
            <a:extLst>
              <a:ext uri="{FF2B5EF4-FFF2-40B4-BE49-F238E27FC236}">
                <a16:creationId xmlns:a16="http://schemas.microsoft.com/office/drawing/2014/main" id="{D9E5578C-2088-FF37-DFF3-78BD657C27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0" y="0"/>
            <a:ext cx="406400" cy="40640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7E79377B-C129-71C0-3CC2-11212E81C6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08000" y="0"/>
            <a:ext cx="406400" cy="406400"/>
          </a:xfrm>
          <a:prstGeom prst="rect">
            <a:avLst/>
          </a:prstGeom>
        </p:spPr>
      </p:pic>
      <p:pic>
        <p:nvPicPr>
          <p:cNvPr id="9" name="meaning">
            <a:hlinkClick r:id="" action="ppaction://media"/>
            <a:extLst>
              <a:ext uri="{FF2B5EF4-FFF2-40B4-BE49-F238E27FC236}">
                <a16:creationId xmlns:a16="http://schemas.microsoft.com/office/drawing/2014/main" id="{CF3BB66B-CDA8-1018-F8E1-CED3DD5F6E2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016000" y="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0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0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346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9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35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/ˈkʌl.tɪ.veɪt/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cultivate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prepare and use land for growing crops or plants.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cultivated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local family cultivated organic vegetables on their small farm last year.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Farmers cultivate the fertile soil every spring to prepare for planting crops.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Next season, our community will cultivate a large field of sweet corn.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जोतना,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കൃഷിചെയ്യുക,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பயிரிடு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/ˈhɑːr.vəst/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harvest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To gather a ripe crop from the fields.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harvests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harvested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tired farmers harvested all the wheat before the heavy rain started.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Workers harvest fresh apples from the orchard early in the morning.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They will harvest the golden grain when it becomes completely ripe tomorrow.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2/3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फसल काटना,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വിളവെടുക്കുക,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அறுவடை செய்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19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0" name="pronunciation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  <p:pic>
        <p:nvPicPr>
          <p:cNvPr id="21" name="meaning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audio>
            <p:audi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1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4" name="present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/ˌɪr.əˈɡeɪ.ʃən/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irrigation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The supply of water to land or crops to help growth.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old irrigation system supplied water to all farms in the valley.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Modern irrigation provides enough water for crops during dry weather conditions.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 new irrigation project will help farmers grow crops during dry summer.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3/3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सिंचाई,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ജലസേചനം,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பாசனம்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22" name="future_sentence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" cy="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655</Words>
  <Application>Microsoft Office PowerPoint</Application>
  <PresentationFormat>Widescreen</PresentationFormat>
  <Paragraphs>114</Paragraphs>
  <Slides>12</Slides>
  <Notes>0</Notes>
  <HiddenSlides>0</HiddenSlides>
  <MMClips>21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12</cp:revision>
  <dcterms:created xsi:type="dcterms:W3CDTF">2013-01-27T09:14:16Z</dcterms:created>
  <dcterms:modified xsi:type="dcterms:W3CDTF">2026-08-07T18:57:19Z</dcterms:modified>
  <cp:category/>
</cp:coreProperties>
</file>