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644"/>
    <a:srgbClr val="64748B"/>
    <a:srgbClr val="475569"/>
    <a:srgbClr val="1C1C1C"/>
    <a:srgbClr val="2F4F4F"/>
    <a:srgbClr val="1E293B"/>
    <a:srgbClr val="1F1B1D"/>
    <a:srgbClr val="616161"/>
    <a:srgbClr val="201A1E"/>
    <a:srgbClr val="472D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2.mp3"/><Relationship Id="rId7" Type="http://schemas.openxmlformats.org/officeDocument/2006/relationships/image" Target="../media/image2.pn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1.png"/><Relationship Id="rId11" Type="http://schemas.openxmlformats.org/officeDocument/2006/relationships/image" Target="../media/image5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4.jpg"/><Relationship Id="rId4" Type="http://schemas.openxmlformats.org/officeDocument/2006/relationships/audio" Target="../media/media2.mp3"/><Relationship Id="rId9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g"/><Relationship Id="rId3" Type="http://schemas.openxmlformats.org/officeDocument/2006/relationships/slideLayout" Target="../slideLayouts/slideLayout7.xml"/><Relationship Id="rId7" Type="http://schemas.microsoft.com/office/2007/relationships/hdphoto" Target="../media/hdphoto1.wdp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g"/><Relationship Id="rId3" Type="http://schemas.openxmlformats.org/officeDocument/2006/relationships/slideLayout" Target="../slideLayouts/slideLayout7.xml"/><Relationship Id="rId7" Type="http://schemas.microsoft.com/office/2007/relationships/hdphoto" Target="../media/hdphoto1.wdp"/><Relationship Id="rId2" Type="http://schemas.openxmlformats.org/officeDocument/2006/relationships/audio" Target="../media/media4.mp3"/><Relationship Id="rId1" Type="http://schemas.microsoft.com/office/2007/relationships/media" Target="../media/media4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g"/><Relationship Id="rId3" Type="http://schemas.openxmlformats.org/officeDocument/2006/relationships/slideLayout" Target="../slideLayouts/slideLayout7.xml"/><Relationship Id="rId7" Type="http://schemas.microsoft.com/office/2007/relationships/hdphoto" Target="../media/hdphoto1.wdp"/><Relationship Id="rId2" Type="http://schemas.openxmlformats.org/officeDocument/2006/relationships/audio" Target="../media/media5.mp3"/><Relationship Id="rId1" Type="http://schemas.microsoft.com/office/2007/relationships/media" Target="../media/media5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7.mp3"/><Relationship Id="rId7" Type="http://schemas.openxmlformats.org/officeDocument/2006/relationships/image" Target="../media/image2.png"/><Relationship Id="rId2" Type="http://schemas.openxmlformats.org/officeDocument/2006/relationships/audio" Target="../media/media6.mp3"/><Relationship Id="rId1" Type="http://schemas.microsoft.com/office/2007/relationships/media" Target="../media/media6.mp3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5.png"/><Relationship Id="rId4" Type="http://schemas.openxmlformats.org/officeDocument/2006/relationships/audio" Target="../media/media7.mp3"/><Relationship Id="rId9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.jpg"/><Relationship Id="rId2" Type="http://schemas.openxmlformats.org/officeDocument/2006/relationships/audio" Target="../media/media8.mp3"/><Relationship Id="rId1" Type="http://schemas.microsoft.com/office/2007/relationships/media" Target="../media/media8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.jpg"/><Relationship Id="rId2" Type="http://schemas.openxmlformats.org/officeDocument/2006/relationships/audio" Target="../media/media9.mp3"/><Relationship Id="rId1" Type="http://schemas.microsoft.com/office/2007/relationships/media" Target="../media/media9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.jpg"/><Relationship Id="rId2" Type="http://schemas.openxmlformats.org/officeDocument/2006/relationships/audio" Target="../media/media10.mp3"/><Relationship Id="rId1" Type="http://schemas.microsoft.com/office/2007/relationships/media" Target="../media/media10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12.mp3"/><Relationship Id="rId7" Type="http://schemas.openxmlformats.org/officeDocument/2006/relationships/image" Target="../media/image2.png"/><Relationship Id="rId2" Type="http://schemas.openxmlformats.org/officeDocument/2006/relationships/audio" Target="../media/media11.mp3"/><Relationship Id="rId1" Type="http://schemas.microsoft.com/office/2007/relationships/media" Target="../media/media11.mp3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5.png"/><Relationship Id="rId4" Type="http://schemas.openxmlformats.org/officeDocument/2006/relationships/audio" Target="../media/media12.mp3"/><Relationship Id="rId9" Type="http://schemas.openxmlformats.org/officeDocument/2006/relationships/image" Target="../media/image7.jp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7.jpg"/><Relationship Id="rId2" Type="http://schemas.openxmlformats.org/officeDocument/2006/relationships/audio" Target="../media/media13.mp3"/><Relationship Id="rId1" Type="http://schemas.microsoft.com/office/2007/relationships/media" Target="../media/media13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7.jpg"/><Relationship Id="rId2" Type="http://schemas.openxmlformats.org/officeDocument/2006/relationships/audio" Target="../media/media14.mp3"/><Relationship Id="rId1" Type="http://schemas.microsoft.com/office/2007/relationships/media" Target="../media/media14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7.jpg"/><Relationship Id="rId2" Type="http://schemas.openxmlformats.org/officeDocument/2006/relationships/audio" Target="../media/media15.mp3"/><Relationship Id="rId1" Type="http://schemas.microsoft.com/office/2007/relationships/media" Target="../media/media15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4" name="pronunciation">
            <a:hlinkClick r:id="" action="ppaction://media"/>
            <a:extLst>
              <a:ext uri="{FF2B5EF4-FFF2-40B4-BE49-F238E27FC236}">
                <a16:creationId xmlns:a16="http://schemas.microsoft.com/office/drawing/2014/main" id="{DAAFA269-7762-3CA6-9E69-7893A55D32F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  <p:pic>
        <p:nvPicPr>
          <p:cNvPr id="6" name="pronunciation">
            <a:hlinkClick r:id="" action="ppaction://media"/>
            <a:extLst>
              <a:ext uri="{FF2B5EF4-FFF2-40B4-BE49-F238E27FC236}">
                <a16:creationId xmlns:a16="http://schemas.microsoft.com/office/drawing/2014/main" id="{0F1F6335-756E-EAF2-2BBD-5FF3BE262B9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  <p:pic>
        <p:nvPicPr>
          <p:cNvPr id="9" name="meaning">
            <a:hlinkClick r:id="" action="ppaction://media"/>
            <a:extLst>
              <a:ext uri="{FF2B5EF4-FFF2-40B4-BE49-F238E27FC236}">
                <a16:creationId xmlns:a16="http://schemas.microsoft.com/office/drawing/2014/main" id="{14EFDA69-9BAF-E1EB-29DD-028643EE977C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1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240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91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480"/>
                            </p:stCondLst>
                            <p:childTnLst>
                              <p:par>
                                <p:cTn id="11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3474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94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94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2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9" dur="35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ast_sentence">
            <a:hlinkClick r:id="" action="ppaction://media"/>
            <a:extLst>
              <a:ext uri="{FF2B5EF4-FFF2-40B4-BE49-F238E27FC236}">
                <a16:creationId xmlns:a16="http://schemas.microsoft.com/office/drawing/2014/main" id="{C5C84B64-3EB2-B304-F2D5-D15B52B1E6B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6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98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Farmers cultivate the fertile soil every spring to prepare for planting crops.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resent_sentence">
            <a:hlinkClick r:id="" action="ppaction://media"/>
            <a:extLst>
              <a:ext uri="{FF2B5EF4-FFF2-40B4-BE49-F238E27FC236}">
                <a16:creationId xmlns:a16="http://schemas.microsoft.com/office/drawing/2014/main" id="{150FEE74-BAF5-8962-C91A-FD74E3C1A95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85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88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Farmers cultivate the fertile soil every spring to prepare for planting crops.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7468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Next season, our community will cultivate a large field of sweet corn.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future_sentence">
            <a:hlinkClick r:id="" action="ppaction://media"/>
            <a:extLst>
              <a:ext uri="{FF2B5EF4-FFF2-40B4-BE49-F238E27FC236}">
                <a16:creationId xmlns:a16="http://schemas.microsoft.com/office/drawing/2014/main" id="{EF498C07-1311-1763-69E4-9063746CD2D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83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85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5" name="pronunciation">
            <a:hlinkClick r:id="" action="ppaction://media"/>
            <a:extLst>
              <a:ext uri="{FF2B5EF4-FFF2-40B4-BE49-F238E27FC236}">
                <a16:creationId xmlns:a16="http://schemas.microsoft.com/office/drawing/2014/main" id="{68BB2564-9198-8CCF-EC83-C7DDCBFD73E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  <p:pic>
        <p:nvPicPr>
          <p:cNvPr id="6" name="pronunciation">
            <a:hlinkClick r:id="" action="ppaction://media"/>
            <a:extLst>
              <a:ext uri="{FF2B5EF4-FFF2-40B4-BE49-F238E27FC236}">
                <a16:creationId xmlns:a16="http://schemas.microsoft.com/office/drawing/2014/main" id="{D073356A-C47C-757E-E1E3-B70302FF5DD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  <p:pic>
        <p:nvPicPr>
          <p:cNvPr id="11" name="meaning">
            <a:hlinkClick r:id="" action="ppaction://media"/>
            <a:extLst>
              <a:ext uri="{FF2B5EF4-FFF2-40B4-BE49-F238E27FC236}">
                <a16:creationId xmlns:a16="http://schemas.microsoft.com/office/drawing/2014/main" id="{219712B1-5ABA-4EC2-F390-DE4120E66197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8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109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78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18"/>
                            </p:stCondLst>
                            <p:childTnLst>
                              <p:par>
                                <p:cTn id="11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2403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80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80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2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9" dur="2429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ast_sentence">
            <a:hlinkClick r:id="" action="ppaction://media"/>
            <a:extLst>
              <a:ext uri="{FF2B5EF4-FFF2-40B4-BE49-F238E27FC236}">
                <a16:creationId xmlns:a16="http://schemas.microsoft.com/office/drawing/2014/main" id="{5F74F083-73AC-F60B-25B4-4273CB88F45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6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38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Workers harvest fresh apples from the orchard early in the morning.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resent_sentence">
            <a:hlinkClick r:id="" action="ppaction://media"/>
            <a:extLst>
              <a:ext uri="{FF2B5EF4-FFF2-40B4-BE49-F238E27FC236}">
                <a16:creationId xmlns:a16="http://schemas.microsoft.com/office/drawing/2014/main" id="{6C615693-84C1-9EF9-8045-0F6C9C0F305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7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10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Workers harvest fresh apples from the orchard early in the morning.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7468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They will harvest the golden grain when it becomes completely ripe tomorrow.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future_sentence">
            <a:hlinkClick r:id="" action="ppaction://media"/>
            <a:extLst>
              <a:ext uri="{FF2B5EF4-FFF2-40B4-BE49-F238E27FC236}">
                <a16:creationId xmlns:a16="http://schemas.microsoft.com/office/drawing/2014/main" id="{A5DCA260-FEBC-FEE8-FE2F-182C11F2B18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72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75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5" name="pronunciation">
            <a:hlinkClick r:id="" action="ppaction://media"/>
            <a:extLst>
              <a:ext uri="{FF2B5EF4-FFF2-40B4-BE49-F238E27FC236}">
                <a16:creationId xmlns:a16="http://schemas.microsoft.com/office/drawing/2014/main" id="{05B58CCF-A8CE-E433-B09C-D0902C2FFED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  <p:pic>
        <p:nvPicPr>
          <p:cNvPr id="6" name="pronunciation">
            <a:hlinkClick r:id="" action="ppaction://media"/>
            <a:extLst>
              <a:ext uri="{FF2B5EF4-FFF2-40B4-BE49-F238E27FC236}">
                <a16:creationId xmlns:a16="http://schemas.microsoft.com/office/drawing/2014/main" id="{E54587E5-FE53-7FE9-68BA-59E55B5B851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  <p:pic>
        <p:nvPicPr>
          <p:cNvPr id="11" name="meaning">
            <a:hlinkClick r:id="" action="ppaction://media"/>
            <a:extLst>
              <a:ext uri="{FF2B5EF4-FFF2-40B4-BE49-F238E27FC236}">
                <a16:creationId xmlns:a16="http://schemas.microsoft.com/office/drawing/2014/main" id="{5537C46D-5F28-3ECE-E2B1-B99308DFFE86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292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96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84"/>
                            </p:stCondLst>
                            <p:childTnLst>
                              <p:par>
                                <p:cTn id="11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3579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992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99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2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9" dur="3604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ast_sentence">
            <a:hlinkClick r:id="" action="ppaction://media"/>
            <a:extLst>
              <a:ext uri="{FF2B5EF4-FFF2-40B4-BE49-F238E27FC236}">
                <a16:creationId xmlns:a16="http://schemas.microsoft.com/office/drawing/2014/main" id="{4D7FD7B9-7B69-2101-0B84-67FE66C7AC6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6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38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Modern irrigation provides enough water for crops during dry weather conditions.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resent_sentence">
            <a:hlinkClick r:id="" action="ppaction://media"/>
            <a:extLst>
              <a:ext uri="{FF2B5EF4-FFF2-40B4-BE49-F238E27FC236}">
                <a16:creationId xmlns:a16="http://schemas.microsoft.com/office/drawing/2014/main" id="{CD0EB34D-2A46-5B75-684F-16DFB667A4F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62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64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Modern irrigation provides enough water for crops during dry weather conditions.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7468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A new irrigation project will help farmers grow crops during dry summer.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future_sentence">
            <a:hlinkClick r:id="" action="ppaction://media"/>
            <a:extLst>
              <a:ext uri="{FF2B5EF4-FFF2-40B4-BE49-F238E27FC236}">
                <a16:creationId xmlns:a16="http://schemas.microsoft.com/office/drawing/2014/main" id="{52EBFAEC-2F13-99B6-91B1-59F588BDE6F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406400" cy="406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51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655</Words>
  <Application>Microsoft Office PowerPoint</Application>
  <PresentationFormat>Widescreen</PresentationFormat>
  <Paragraphs>114</Paragraphs>
  <Slides>12</Slides>
  <Notes>0</Notes>
  <HiddenSlides>0</HiddenSlides>
  <MMClips>18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12</cp:revision>
  <dcterms:created xsi:type="dcterms:W3CDTF">2013-01-27T09:14:16Z</dcterms:created>
  <dcterms:modified xsi:type="dcterms:W3CDTF">2026-08-08T11:53:35Z</dcterms:modified>
  <cp:category/>
</cp:coreProperties>
</file>