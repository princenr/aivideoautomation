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A3644"/>
    <a:srgbClr val="64748B"/>
    <a:srgbClr val="475569"/>
    <a:srgbClr val="1C1C1C"/>
    <a:srgbClr val="2F4F4F"/>
    <a:srgbClr val="1E293B"/>
    <a:srgbClr val="1F1B1D"/>
    <a:srgbClr val="616161"/>
    <a:srgbClr val="201A1E"/>
    <a:srgbClr val="472D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3"/><Relationship Id="rId7" Type="http://schemas.openxmlformats.org/officeDocument/2006/relationships/image" Target="../media/image2.png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1.png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4.jpg"/><Relationship Id="rId4" Type="http://schemas.openxmlformats.org/officeDocument/2006/relationships/audio" Target="../media/media2.mp3"/><Relationship Id="rId9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3.mp3"/><Relationship Id="rId1" Type="http://schemas.microsoft.com/office/2007/relationships/media" Target="../media/media3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4.mp3"/><Relationship Id="rId1" Type="http://schemas.microsoft.com/office/2007/relationships/media" Target="../media/media4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jpg"/><Relationship Id="rId3" Type="http://schemas.openxmlformats.org/officeDocument/2006/relationships/slideLayout" Target="../slideLayouts/slideLayout7.xml"/><Relationship Id="rId7" Type="http://schemas.microsoft.com/office/2007/relationships/hdphoto" Target="../media/hdphoto1.wdp"/><Relationship Id="rId2" Type="http://schemas.openxmlformats.org/officeDocument/2006/relationships/audio" Target="../media/media5.mp3"/><Relationship Id="rId1" Type="http://schemas.microsoft.com/office/2007/relationships/media" Target="../media/media5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7.mp3"/><Relationship Id="rId7" Type="http://schemas.openxmlformats.org/officeDocument/2006/relationships/image" Target="../media/image2.png"/><Relationship Id="rId2" Type="http://schemas.openxmlformats.org/officeDocument/2006/relationships/audio" Target="../media/media6.mp3"/><Relationship Id="rId1" Type="http://schemas.microsoft.com/office/2007/relationships/media" Target="../media/media6.mp3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4" Type="http://schemas.openxmlformats.org/officeDocument/2006/relationships/audio" Target="../media/media7.mp3"/><Relationship Id="rId9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8.mp3"/><Relationship Id="rId1" Type="http://schemas.microsoft.com/office/2007/relationships/media" Target="../media/media8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9.mp3"/><Relationship Id="rId1" Type="http://schemas.microsoft.com/office/2007/relationships/media" Target="../media/media9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6.jpg"/><Relationship Id="rId2" Type="http://schemas.openxmlformats.org/officeDocument/2006/relationships/audio" Target="../media/media10.mp3"/><Relationship Id="rId1" Type="http://schemas.microsoft.com/office/2007/relationships/media" Target="../media/media10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12.mp3"/><Relationship Id="rId7" Type="http://schemas.openxmlformats.org/officeDocument/2006/relationships/image" Target="../media/image2.png"/><Relationship Id="rId2" Type="http://schemas.openxmlformats.org/officeDocument/2006/relationships/audio" Target="../media/media11.mp3"/><Relationship Id="rId1" Type="http://schemas.microsoft.com/office/2007/relationships/media" Target="../media/media11.mp3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7.xml"/><Relationship Id="rId10" Type="http://schemas.openxmlformats.org/officeDocument/2006/relationships/image" Target="../media/image5.png"/><Relationship Id="rId4" Type="http://schemas.openxmlformats.org/officeDocument/2006/relationships/audio" Target="../media/media12.mp3"/><Relationship Id="rId9" Type="http://schemas.openxmlformats.org/officeDocument/2006/relationships/image" Target="../media/image7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3.mp3"/><Relationship Id="rId1" Type="http://schemas.microsoft.com/office/2007/relationships/media" Target="../media/media13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4.mp3"/><Relationship Id="rId1" Type="http://schemas.microsoft.com/office/2007/relationships/media" Target="../media/media14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.jpg"/><Relationship Id="rId2" Type="http://schemas.openxmlformats.org/officeDocument/2006/relationships/audio" Target="../media/media15.mp3"/><Relationship Id="rId1" Type="http://schemas.microsoft.com/office/2007/relationships/media" Target="../media/media15.mp3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97AB29-D224-5631-2BF3-17C2CE43B15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4" name="pronunciation">
            <a:hlinkClick r:id="" action="ppaction://media"/>
            <a:extLst>
              <a:ext uri="{FF2B5EF4-FFF2-40B4-BE49-F238E27FC236}">
                <a16:creationId xmlns:a16="http://schemas.microsoft.com/office/drawing/2014/main" id="{43B9DAE6-85E7-E486-7100-C2C75FC1B19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7219D4CB-5B30-7778-E5BD-E013D086CAA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9" name="meaning">
            <a:hlinkClick r:id="" action="ppaction://media"/>
            <a:extLst>
              <a:ext uri="{FF2B5EF4-FFF2-40B4-BE49-F238E27FC236}">
                <a16:creationId xmlns:a16="http://schemas.microsoft.com/office/drawing/2014/main" id="{DE9F4255-38C6-CE38-0FA1-5867DDBE34A4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403"/>
    </mc:Choice>
    <mc:Fallback>
      <p:transition spd="slow" advTm="640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4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4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91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680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3474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94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94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3500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9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EA1FAF-FDF6-D262-4A6E-8F98ACE4A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DA81A8A7-71C2-A8EE-E03C-BD486F868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E92E79E2-5CAD-D379-5C20-8A1707B00B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A704EA-DBA6-7A74-1E29-E0E399DC95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17290C73-F6C1-36B2-081F-C816C330E61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37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463"/>
    </mc:Choice>
    <mc:Fallback>
      <p:transition spd="slow" advTm="546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6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98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A4F9D1-DD01-2A0C-BA1C-F5AE3F2DD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1B1DB53D-A1BD-2743-4573-1146636AF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F373F6F7-FF94-4E2E-08A0-C01BE84F1F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2892612-1B2E-1773-39E7-B2EC7757F3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A0315ED8-D9AE-65A9-2CCC-72516C09338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0230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359"/>
    </mc:Choice>
    <mc:Fallback>
      <p:transition spd="slow" advTm="535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5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88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3B76A-1DDC-E908-B715-4D5AD5C46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4C255B0C-908B-760D-5C59-55332535C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/ˈkʌl.tɪ.veɪt/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5329CAB9-5A4C-4E45-9F44-064B8C904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cultivate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prepare and use land for growing crops or plants.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D9AD66-C36B-CDA3-60DF-3DE8F53026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cultivated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local family cultivated organic vegetables on their small farm last year.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Farmers cultivate the fertile soil every spring to prepare for planting crops.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Next season, our community will cultivate a large field of sweet corn.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1/3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जोतना,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കൃഷിചെയ്യുക,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பயிரிடு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DB6B50D1-4CD8-F235-8221-3E72EE8D483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33148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333"/>
    </mc:Choice>
    <mc:Fallback>
      <p:transition spd="slow" advTm="533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3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85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5" name="pronunciation">
            <a:hlinkClick r:id="" action="ppaction://media"/>
            <a:extLst>
              <a:ext uri="{FF2B5EF4-FFF2-40B4-BE49-F238E27FC236}">
                <a16:creationId xmlns:a16="http://schemas.microsoft.com/office/drawing/2014/main" id="{0925C968-A881-98EC-00AB-9CD4BB408C6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605D9A48-ACE5-27B5-AB86-BABAE26E38B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11" name="meaning">
            <a:hlinkClick r:id="" action="ppaction://media"/>
            <a:extLst>
              <a:ext uri="{FF2B5EF4-FFF2-40B4-BE49-F238E27FC236}">
                <a16:creationId xmlns:a16="http://schemas.microsoft.com/office/drawing/2014/main" id="{D2AAE9B5-8F34-D465-CEB1-C97A29628ED9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71"/>
    </mc:Choice>
    <mc:Fallback>
      <p:transition spd="slow" advTm="507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4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309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78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418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2403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80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80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2429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234D8A2A-1300-6738-F008-4463242DE6D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862"/>
    </mc:Choice>
    <mc:Fallback>
      <p:transition spd="slow" advTm="486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38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BF4AEED8-F2BD-8F4D-30D9-5501FE511A1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575"/>
    </mc:Choice>
    <mc:Fallback>
      <p:transition spd="slow" advTm="457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10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/ˈhɑːr.vəst/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harvest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To gather a ripe crop from the fields.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harvests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lang="en-GB" sz="2000" b="1" dirty="0">
                <a:solidFill>
                  <a:srgbClr val="475569"/>
                </a:solidFill>
                <a:latin typeface="Noto Sans SemiBold"/>
              </a:rPr>
              <a:t>harvested</a:t>
            </a:r>
            <a:endParaRPr sz="2000" b="1" dirty="0">
              <a:solidFill>
                <a:srgbClr val="475569"/>
              </a:solidFill>
              <a:latin typeface="Noto Sans Semi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tired farmers harvested all the wheat before the heavy rain started.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Workers harvest fresh apples from the orchard early in the morning.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They will harvest the golden grain when it becomes completely ripe tomorrow.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2/3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फसल काटना,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വിളവെടുക്കുക,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அறுவடை செய்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8EC4CE91-4637-40DE-3E38-2F2E64955E9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228"/>
    </mc:Choice>
    <mc:Fallback>
      <p:transition spd="slow" advTm="522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2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75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C637730-1B9E-59C6-288A-947E01A8B96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537A4F-4D0A-BFF3-9AE8-11D8B8210CD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46E987-1B6A-FE97-9592-C215495A06B3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ED7E96-20C9-C5ED-2E4C-C2B78876EA54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18" name="Picture 17" descr="00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5" name="pronunciation">
            <a:hlinkClick r:id="" action="ppaction://media"/>
            <a:extLst>
              <a:ext uri="{FF2B5EF4-FFF2-40B4-BE49-F238E27FC236}">
                <a16:creationId xmlns:a16="http://schemas.microsoft.com/office/drawing/2014/main" id="{D8100998-EF2B-E9B0-3761-E4917CE88AD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6" name="pronunciation">
            <a:hlinkClick r:id="" action="ppaction://media"/>
            <a:extLst>
              <a:ext uri="{FF2B5EF4-FFF2-40B4-BE49-F238E27FC236}">
                <a16:creationId xmlns:a16="http://schemas.microsoft.com/office/drawing/2014/main" id="{2EEBB067-2F48-D94A-5401-185D7102BCD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  <p:pic>
        <p:nvPicPr>
          <p:cNvPr id="11" name="meaning">
            <a:hlinkClick r:id="" action="ppaction://media"/>
            <a:extLst>
              <a:ext uri="{FF2B5EF4-FFF2-40B4-BE49-F238E27FC236}">
                <a16:creationId xmlns:a16="http://schemas.microsoft.com/office/drawing/2014/main" id="{1FD2420A-DD56-FD7A-A132-6AFE1754649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612"/>
    </mc:Choice>
    <mc:Fallback>
      <p:transition spd="slow" advTm="661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92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9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784"/>
                            </p:stCondLst>
                            <p:childTnLst>
                              <p:par>
                                <p:cTn id="11" presetID="1" presetClass="mediacall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3579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7" dur="992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3" dur="99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2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9" dur="3604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  <p:audio>
              <p:cMediaNode vol="80000">
                <p:cTn id="3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1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A1C92A-00A5-A774-61BC-3DADB71CCAEC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EB1EB-12A8-4C78-7555-C064C72F1E0A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967A89-D0B6-0911-7979-8252ABD5BB96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2C42FA-D19F-3E1A-4385-361C1AE5B3B6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423991E-464C-988E-7B7C-445D9C180856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EB2755-2C05-216C-E7F7-E2AE9F2E1A93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70CE9C-16FA-6AB7-2AEC-05853ABB59B8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F94828-D644-2796-92D6-FAF160DB0C25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0" name="Picture 19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ast_sentence">
            <a:hlinkClick r:id="" action="ppaction://media"/>
            <a:extLst>
              <a:ext uri="{FF2B5EF4-FFF2-40B4-BE49-F238E27FC236}">
                <a16:creationId xmlns:a16="http://schemas.microsoft.com/office/drawing/2014/main" id="{8B6DC16A-2910-CB68-53AA-AD7A7665BF3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862"/>
    </mc:Choice>
    <mc:Fallback>
      <p:transition spd="slow" advTm="486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3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38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1C5957D-72BF-A1C1-2CDF-3D465AEF83B5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401A7-5F33-EF8A-B948-FFD601450D38}"/>
              </a:ext>
            </a:extLst>
          </p:cNvPr>
          <p:cNvSpPr txBox="1"/>
          <p:nvPr/>
        </p:nvSpPr>
        <p:spPr>
          <a:xfrm>
            <a:off x="7277098" y="1425516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94D832-421C-0BB8-B4EF-2E8C316DDE0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3BDB0-0299-1C06-2767-B086D47E946D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820A38-01D4-E7ED-BDB7-553169751532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8D98F2-5A50-2D14-CF77-9338B044F8B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D4EDAF-AC6D-61E3-3AE8-5AF4B7AA566D}"/>
              </a:ext>
            </a:extLst>
          </p:cNvPr>
          <p:cNvSpPr txBox="1"/>
          <p:nvPr/>
        </p:nvSpPr>
        <p:spPr>
          <a:xfrm>
            <a:off x="2895599" y="4948361"/>
            <a:ext cx="86671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958E69-D62B-402C-537C-2585F5407329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98B3D8-B85C-5D71-F240-2608622284BF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3" name="Picture 22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present_sentence">
            <a:hlinkClick r:id="" action="ppaction://media"/>
            <a:extLst>
              <a:ext uri="{FF2B5EF4-FFF2-40B4-BE49-F238E27FC236}">
                <a16:creationId xmlns:a16="http://schemas.microsoft.com/office/drawing/2014/main" id="{FFE4C721-242C-7889-EE08-323A29A0803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124"/>
    </mc:Choice>
    <mc:Fallback>
      <p:transition spd="slow" advTm="512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2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64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7D54AEB-14D2-6B3E-61DD-29C1EC335912}"/>
              </a:ext>
            </a:extLst>
          </p:cNvPr>
          <p:cNvSpPr txBox="1"/>
          <p:nvPr/>
        </p:nvSpPr>
        <p:spPr>
          <a:xfrm>
            <a:off x="247650" y="6415087"/>
            <a:ext cx="36957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u="none" dirty="0">
                <a:solidFill>
                  <a:srgbClr val="2563EB"/>
                </a:solidFill>
                <a:latin typeface="Poppins SemiBold"/>
              </a:rPr>
              <a:t>█████░░░░░░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AEFFF9-A6D7-E055-48B4-F328F40CD214}"/>
              </a:ext>
            </a:extLst>
          </p:cNvPr>
          <p:cNvSpPr txBox="1"/>
          <p:nvPr/>
        </p:nvSpPr>
        <p:spPr>
          <a:xfrm>
            <a:off x="7277098" y="1435579"/>
            <a:ext cx="2838451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GB" sz="1650" dirty="0">
                <a:solidFill>
                  <a:srgbClr val="472D33"/>
                </a:solidFill>
                <a:latin typeface="Poppins ExtraBold"/>
              </a:rPr>
              <a:t>/ˌɪr.əˈɡeɪ.ʃən/</a:t>
            </a:r>
            <a:endParaRPr sz="1650" u="none" dirty="0">
              <a:solidFill>
                <a:srgbClr val="472D33"/>
              </a:solidFill>
              <a:latin typeface="Poppins ExtraBold"/>
            </a:endParaRP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21858" y="5448760"/>
            <a:ext cx="611136" cy="4753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19242B-B8EF-E742-6363-D66D6E904EA3}"/>
              </a:ext>
            </a:extLst>
          </p:cNvPr>
          <p:cNvSpPr txBox="1"/>
          <p:nvPr/>
        </p:nvSpPr>
        <p:spPr>
          <a:xfrm>
            <a:off x="5869858" y="380999"/>
            <a:ext cx="5781368" cy="11122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9075"/>
              </a:lnSpc>
            </a:pPr>
            <a:r>
              <a:rPr lang="en-GB" sz="6600" b="0" i="0" u="none" dirty="0">
                <a:solidFill>
                  <a:srgbClr val="0F172A"/>
                </a:solidFill>
                <a:latin typeface="Poppins ExtraBold"/>
              </a:rPr>
              <a:t>irrigation</a:t>
            </a:r>
            <a:endParaRPr sz="6600" b="0" i="0" u="none" dirty="0">
              <a:solidFill>
                <a:srgbClr val="0F172A"/>
              </a:solidFill>
              <a:latin typeface="Poppins Extra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FA01F0-8011-B7A8-5886-E85AF764AA61}"/>
              </a:ext>
            </a:extLst>
          </p:cNvPr>
          <p:cNvSpPr txBox="1"/>
          <p:nvPr/>
        </p:nvSpPr>
        <p:spPr>
          <a:xfrm>
            <a:off x="5652935" y="1760255"/>
            <a:ext cx="5998291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GB" sz="2000" b="1" i="0" u="none" dirty="0">
                <a:solidFill>
                  <a:srgbClr val="1E293B"/>
                </a:solidFill>
                <a:latin typeface="Poppins"/>
              </a:rPr>
              <a:t>The supply of water to land or crops to help growth.</a:t>
            </a:r>
            <a:endParaRPr sz="2000" b="1" i="0" u="none" dirty="0">
              <a:solidFill>
                <a:srgbClr val="1E293B"/>
              </a:solidFill>
              <a:latin typeface="Poppins"/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0176" y="5804621"/>
            <a:ext cx="1714500" cy="9351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77578E5-5932-FA5C-39E7-2BE2D9C2CF6B}"/>
              </a:ext>
            </a:extLst>
          </p:cNvPr>
          <p:cNvSpPr txBox="1"/>
          <p:nvPr/>
        </p:nvSpPr>
        <p:spPr>
          <a:xfrm>
            <a:off x="8779074" y="2383534"/>
            <a:ext cx="341292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  <a:r>
              <a:rPr sz="1600" b="1" dirty="0"/>
              <a:t>
</a:t>
            </a:r>
            <a:r>
              <a:rPr sz="2000" b="1" dirty="0">
                <a:solidFill>
                  <a:srgbClr val="475569"/>
                </a:solidFill>
                <a:latin typeface="Noto Sans SemiBold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34DFEC-C01E-8667-4AB0-67B44270F3F0}"/>
              </a:ext>
            </a:extLst>
          </p:cNvPr>
          <p:cNvSpPr txBox="1"/>
          <p:nvPr/>
        </p:nvSpPr>
        <p:spPr>
          <a:xfrm>
            <a:off x="2006242" y="4194646"/>
            <a:ext cx="964498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GB" sz="2400" b="0" i="0" u="none" dirty="0">
                <a:solidFill>
                  <a:srgbClr val="2A3644"/>
                </a:solidFill>
                <a:latin typeface="Poppins ExtraBold"/>
              </a:rPr>
              <a:t>The old irrigation system supplied water to all farms in the valley.</a:t>
            </a:r>
            <a:endParaRPr sz="2400" b="0" i="0" u="none" dirty="0">
              <a:solidFill>
                <a:srgbClr val="2A3644"/>
              </a:solidFill>
              <a:latin typeface="Poppins Extra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2620E-AE51-05B1-BFE9-0843E5D61517}"/>
              </a:ext>
            </a:extLst>
          </p:cNvPr>
          <p:cNvSpPr txBox="1"/>
          <p:nvPr/>
        </p:nvSpPr>
        <p:spPr>
          <a:xfrm>
            <a:off x="2895599" y="4948361"/>
            <a:ext cx="8071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Modern irrigation provides enough water for crops during dry weather conditions.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99948D-503D-1BC8-A206-EA54AED1F16D}"/>
              </a:ext>
            </a:extLst>
          </p:cNvPr>
          <p:cNvSpPr txBox="1"/>
          <p:nvPr/>
        </p:nvSpPr>
        <p:spPr>
          <a:xfrm>
            <a:off x="3794638" y="5554756"/>
            <a:ext cx="74682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2A3644"/>
                </a:solidFill>
                <a:latin typeface="Poppins ExtraBold" panose="00000900000000000000" pitchFamily="2" charset="0"/>
                <a:cs typeface="Poppins ExtraBold" panose="00000900000000000000" pitchFamily="2" charset="0"/>
              </a:rPr>
              <a:t>A new irrigation project will help farmers grow crops during dry summer.</a:t>
            </a:r>
            <a:endParaRPr lang="en-IN" sz="2400" b="1" dirty="0">
              <a:solidFill>
                <a:srgbClr val="2A3644"/>
              </a:solidFill>
              <a:latin typeface="Poppins ExtraBold" panose="00000900000000000000" pitchFamily="2" charset="0"/>
              <a:cs typeface="Poppins ExtraBold" panose="000009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5960A-98FD-C624-A616-C23C3B183BE0}"/>
              </a:ext>
            </a:extLst>
          </p:cNvPr>
          <p:cNvSpPr txBox="1"/>
          <p:nvPr/>
        </p:nvSpPr>
        <p:spPr>
          <a:xfrm>
            <a:off x="314325" y="6055475"/>
            <a:ext cx="238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64748B"/>
                </a:solidFill>
              </a:rPr>
              <a:t>3/3</a:t>
            </a:r>
            <a:endParaRPr lang="en-IN" b="1" dirty="0">
              <a:solidFill>
                <a:srgbClr val="64748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AE4CF2-87B2-9E90-5571-EBB293BCDA70}"/>
              </a:ext>
            </a:extLst>
          </p:cNvPr>
          <p:cNvSpPr txBox="1"/>
          <p:nvPr/>
        </p:nvSpPr>
        <p:spPr>
          <a:xfrm>
            <a:off x="4567832" y="2392569"/>
            <a:ext cx="47236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>
                <a:solidFill>
                  <a:srgbClr val="475569"/>
                </a:solidFill>
              </a:rPr>
              <a:t>सिंचाई,</a:t>
            </a:r>
          </a:p>
          <a:p>
            <a:pPr algn="ctr"/>
            <a:r>
              <a:rPr lang="en-GB" b="1" dirty="0">
                <a:solidFill>
                  <a:srgbClr val="475569"/>
                </a:solidFill>
              </a:rPr>
              <a:t> ജലസേചനം,</a:t>
            </a:r>
            <a:br>
              <a:rPr lang="en-GB" b="1" dirty="0">
                <a:solidFill>
                  <a:srgbClr val="475569"/>
                </a:solidFill>
              </a:rPr>
            </a:br>
            <a:r>
              <a:rPr lang="en-GB" b="1" dirty="0">
                <a:solidFill>
                  <a:srgbClr val="475569"/>
                </a:solidFill>
              </a:rPr>
              <a:t>பாசனம்</a:t>
            </a:r>
            <a:endParaRPr lang="en-IN" b="1" dirty="0">
              <a:solidFill>
                <a:srgbClr val="475569"/>
              </a:solidFill>
            </a:endParaRPr>
          </a:p>
        </p:txBody>
      </p:sp>
      <p:pic>
        <p:nvPicPr>
          <p:cNvPr id="21" name="Picture 20" descr="00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3367" y="728662"/>
            <a:ext cx="3344465" cy="2828776"/>
          </a:xfrm>
          <a:prstGeom prst="rect">
            <a:avLst/>
          </a:prstGeom>
        </p:spPr>
      </p:pic>
      <p:pic>
        <p:nvPicPr>
          <p:cNvPr id="6" name="future_sentence">
            <a:hlinkClick r:id="" action="ppaction://media"/>
            <a:extLst>
              <a:ext uri="{FF2B5EF4-FFF2-40B4-BE49-F238E27FC236}">
                <a16:creationId xmlns:a16="http://schemas.microsoft.com/office/drawing/2014/main" id="{7BD80140-57F4-F134-7CAC-592892C7BEB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993"/>
    </mc:Choice>
    <mc:Fallback>
      <p:transition spd="slow" advTm="499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451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655</Words>
  <Application>Microsoft Office PowerPoint</Application>
  <PresentationFormat>Widescreen</PresentationFormat>
  <Paragraphs>114</Paragraphs>
  <Slides>12</Slides>
  <Notes>0</Notes>
  <HiddenSlides>0</HiddenSlides>
  <MMClips>18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Noto Sans SemiBold</vt:lpstr>
      <vt:lpstr>Poppins</vt:lpstr>
      <vt:lpstr>Poppins ExtraBold</vt:lpstr>
      <vt:lpstr>Poppins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Dell</dc:creator>
  <cp:keywords/>
  <dc:description>generated using python-pptx</dc:description>
  <cp:lastModifiedBy>Prince N R</cp:lastModifiedBy>
  <cp:revision>12</cp:revision>
  <dcterms:created xsi:type="dcterms:W3CDTF">2013-01-27T09:14:16Z</dcterms:created>
  <dcterms:modified xsi:type="dcterms:W3CDTF">2026-08-09T15:59:19Z</dcterms:modified>
  <cp:category/>
</cp:coreProperties>
</file>