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3" ContentType="audio/m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  <p:sldId id="263" r:id="rId4"/>
    <p:sldId id="264" r:id="rId5"/>
    <p:sldId id="265" r:id="rId6"/>
    <p:sldId id="266" r:id="rId7"/>
    <p:sldId id="267" r:id="rId8"/>
    <p:sldId id="268" r:id="rId9"/>
    <p:sldId id="269" r:id="rId10"/>
    <p:sldId id="270" r:id="rId11"/>
    <p:sldId id="271" r:id="rId12"/>
    <p:sldId id="272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A3644"/>
    <a:srgbClr val="64748B"/>
    <a:srgbClr val="475569"/>
    <a:srgbClr val="1C1C1C"/>
    <a:srgbClr val="2F4F4F"/>
    <a:srgbClr val="1E293B"/>
    <a:srgbClr val="1F1B1D"/>
    <a:srgbClr val="616161"/>
    <a:srgbClr val="201A1E"/>
    <a:srgbClr val="472D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7" d="100"/>
          <a:sy n="97" d="100"/>
        </p:scale>
        <p:origin x="996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microsoft.com/office/2007/relationships/media" Target="../media/media2.mp3"/><Relationship Id="rId7" Type="http://schemas.openxmlformats.org/officeDocument/2006/relationships/image" Target="../media/image2.png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6" Type="http://schemas.openxmlformats.org/officeDocument/2006/relationships/image" Target="../media/image1.png"/><Relationship Id="rId11" Type="http://schemas.openxmlformats.org/officeDocument/2006/relationships/image" Target="../media/image5.png"/><Relationship Id="rId5" Type="http://schemas.openxmlformats.org/officeDocument/2006/relationships/slideLayout" Target="../slideLayouts/slideLayout7.xml"/><Relationship Id="rId10" Type="http://schemas.openxmlformats.org/officeDocument/2006/relationships/image" Target="../media/image4.jpg"/><Relationship Id="rId4" Type="http://schemas.openxmlformats.org/officeDocument/2006/relationships/audio" Target="../media/media2.mp3"/><Relationship Id="rId9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jpg"/><Relationship Id="rId3" Type="http://schemas.openxmlformats.org/officeDocument/2006/relationships/slideLayout" Target="../slideLayouts/slideLayout7.xml"/><Relationship Id="rId7" Type="http://schemas.microsoft.com/office/2007/relationships/hdphoto" Target="../media/hdphoto1.wdp"/><Relationship Id="rId2" Type="http://schemas.openxmlformats.org/officeDocument/2006/relationships/audio" Target="../media/media3.mp3"/><Relationship Id="rId1" Type="http://schemas.microsoft.com/office/2007/relationships/media" Target="../media/media3.mp3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jpg"/><Relationship Id="rId3" Type="http://schemas.openxmlformats.org/officeDocument/2006/relationships/slideLayout" Target="../slideLayouts/slideLayout7.xml"/><Relationship Id="rId7" Type="http://schemas.microsoft.com/office/2007/relationships/hdphoto" Target="../media/hdphoto1.wdp"/><Relationship Id="rId2" Type="http://schemas.openxmlformats.org/officeDocument/2006/relationships/audio" Target="../media/media4.mp3"/><Relationship Id="rId1" Type="http://schemas.microsoft.com/office/2007/relationships/media" Target="../media/media4.mp3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Relationship Id="rId9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jpg"/><Relationship Id="rId3" Type="http://schemas.openxmlformats.org/officeDocument/2006/relationships/slideLayout" Target="../slideLayouts/slideLayout7.xml"/><Relationship Id="rId7" Type="http://schemas.microsoft.com/office/2007/relationships/hdphoto" Target="../media/hdphoto1.wdp"/><Relationship Id="rId2" Type="http://schemas.openxmlformats.org/officeDocument/2006/relationships/audio" Target="../media/media5.mp3"/><Relationship Id="rId1" Type="http://schemas.microsoft.com/office/2007/relationships/media" Target="../media/media5.mp3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Relationship Id="rId9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microsoft.com/office/2007/relationships/media" Target="../media/media7.mp3"/><Relationship Id="rId7" Type="http://schemas.openxmlformats.org/officeDocument/2006/relationships/image" Target="../media/image2.png"/><Relationship Id="rId2" Type="http://schemas.openxmlformats.org/officeDocument/2006/relationships/audio" Target="../media/media6.mp3"/><Relationship Id="rId1" Type="http://schemas.microsoft.com/office/2007/relationships/media" Target="../media/media6.mp3"/><Relationship Id="rId6" Type="http://schemas.openxmlformats.org/officeDocument/2006/relationships/image" Target="../media/image1.png"/><Relationship Id="rId5" Type="http://schemas.openxmlformats.org/officeDocument/2006/relationships/slideLayout" Target="../slideLayouts/slideLayout7.xml"/><Relationship Id="rId10" Type="http://schemas.openxmlformats.org/officeDocument/2006/relationships/image" Target="../media/image5.png"/><Relationship Id="rId4" Type="http://schemas.openxmlformats.org/officeDocument/2006/relationships/audio" Target="../media/media7.mp3"/><Relationship Id="rId9" Type="http://schemas.openxmlformats.org/officeDocument/2006/relationships/image" Target="../media/image6.jp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6.jpg"/><Relationship Id="rId2" Type="http://schemas.openxmlformats.org/officeDocument/2006/relationships/audio" Target="../media/media8.mp3"/><Relationship Id="rId1" Type="http://schemas.microsoft.com/office/2007/relationships/media" Target="../media/media8.mp3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6.jpg"/><Relationship Id="rId2" Type="http://schemas.openxmlformats.org/officeDocument/2006/relationships/audio" Target="../media/media9.mp3"/><Relationship Id="rId1" Type="http://schemas.microsoft.com/office/2007/relationships/media" Target="../media/media9.mp3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6.jpg"/><Relationship Id="rId2" Type="http://schemas.openxmlformats.org/officeDocument/2006/relationships/audio" Target="../media/media10.mp3"/><Relationship Id="rId1" Type="http://schemas.microsoft.com/office/2007/relationships/media" Target="../media/media10.mp3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microsoft.com/office/2007/relationships/media" Target="../media/media12.mp3"/><Relationship Id="rId7" Type="http://schemas.openxmlformats.org/officeDocument/2006/relationships/image" Target="../media/image2.png"/><Relationship Id="rId2" Type="http://schemas.openxmlformats.org/officeDocument/2006/relationships/audio" Target="../media/media11.mp3"/><Relationship Id="rId1" Type="http://schemas.microsoft.com/office/2007/relationships/media" Target="../media/media11.mp3"/><Relationship Id="rId6" Type="http://schemas.openxmlformats.org/officeDocument/2006/relationships/image" Target="../media/image1.png"/><Relationship Id="rId5" Type="http://schemas.openxmlformats.org/officeDocument/2006/relationships/slideLayout" Target="../slideLayouts/slideLayout7.xml"/><Relationship Id="rId10" Type="http://schemas.openxmlformats.org/officeDocument/2006/relationships/image" Target="../media/image5.png"/><Relationship Id="rId4" Type="http://schemas.openxmlformats.org/officeDocument/2006/relationships/audio" Target="../media/media12.mp3"/><Relationship Id="rId9" Type="http://schemas.openxmlformats.org/officeDocument/2006/relationships/image" Target="../media/image7.jp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7.jpg"/><Relationship Id="rId2" Type="http://schemas.openxmlformats.org/officeDocument/2006/relationships/audio" Target="../media/media13.mp3"/><Relationship Id="rId1" Type="http://schemas.microsoft.com/office/2007/relationships/media" Target="../media/media13.mp3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7.jpg"/><Relationship Id="rId2" Type="http://schemas.openxmlformats.org/officeDocument/2006/relationships/audio" Target="../media/media14.mp3"/><Relationship Id="rId1" Type="http://schemas.microsoft.com/office/2007/relationships/media" Target="../media/media14.mp3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7.jpg"/><Relationship Id="rId2" Type="http://schemas.openxmlformats.org/officeDocument/2006/relationships/audio" Target="../media/media15.mp3"/><Relationship Id="rId1" Type="http://schemas.microsoft.com/office/2007/relationships/media" Target="../media/media15.mp3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cultivate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prepare and use land for growing crops or plants.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197AB29-D224-5631-2BF3-17C2CE43B15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C637730-1B9E-59C6-288A-947E01A8B96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537A4F-4D0A-BFF3-9AE8-11D8B8210CD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जोतना,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കൃഷിചെയ്യുക,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பயிரிடு</a:t>
            </a:r>
            <a:endParaRPr lang="en-IN" b="1" dirty="0">
              <a:solidFill>
                <a:srgbClr val="475569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46E987-1B6A-FE97-9592-C215495A06B3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1/3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ED7E96-20C9-C5ED-2E4C-C2B78876EA54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/ˈkʌl.tɪ.veɪt/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18" name="Picture 17" descr="00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4" name="pronunciation">
            <a:hlinkClick r:id="" action="ppaction://media"/>
            <a:extLst>
              <a:ext uri="{FF2B5EF4-FFF2-40B4-BE49-F238E27FC236}">
                <a16:creationId xmlns:a16="http://schemas.microsoft.com/office/drawing/2014/main" id="{FB79B03F-2D65-A810-E69C-71C0E0DAB4C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406400" cy="406400"/>
          </a:xfrm>
          <a:prstGeom prst="rect">
            <a:avLst/>
          </a:prstGeom>
        </p:spPr>
      </p:pic>
      <p:pic>
        <p:nvPicPr>
          <p:cNvPr id="6" name="pronunciation">
            <a:hlinkClick r:id="" action="ppaction://media"/>
            <a:extLst>
              <a:ext uri="{FF2B5EF4-FFF2-40B4-BE49-F238E27FC236}">
                <a16:creationId xmlns:a16="http://schemas.microsoft.com/office/drawing/2014/main" id="{727DA98C-DE1D-41C8-400A-0F9E584C664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406400" cy="406400"/>
          </a:xfrm>
          <a:prstGeom prst="rect">
            <a:avLst/>
          </a:prstGeom>
        </p:spPr>
      </p:pic>
      <p:pic>
        <p:nvPicPr>
          <p:cNvPr id="9" name="meaning">
            <a:hlinkClick r:id="" action="ppaction://media"/>
            <a:extLst>
              <a:ext uri="{FF2B5EF4-FFF2-40B4-BE49-F238E27FC236}">
                <a16:creationId xmlns:a16="http://schemas.microsoft.com/office/drawing/2014/main" id="{D35DA1D7-1AF4-6FFA-BA05-1C2846B1185E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406400" cy="406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4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2" dur="94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1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3500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  <p:audio>
              <p:cMediaNode vol="80000">
                <p:cTn id="1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EA1FAF-FDF6-D262-4A6E-8F98ACE4A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DA81A8A7-71C2-A8EE-E03C-BD486F868A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A1C92A-00A5-A774-61BC-3DADB71CCAEC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5EB1EB-12A8-4C78-7555-C064C72F1E0A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/ˈkʌl.tɪ.veɪt/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E92E79E2-5CAD-D379-5C20-8A1707B00B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967A89-D0B6-0911-7979-8252ABD5BB96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cultivate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2C42FA-D19F-3E1A-4385-361C1AE5B3B6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prepare and use land for growing crops or plants.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BA704EA-DBA6-7A74-1E29-E0E399DC950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423991E-464C-988E-7B7C-445D9C18085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EB2755-2C05-216C-E7F7-E2AE9F2E1A93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local family cultivated organic vegetables on their small farm last year.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70CE9C-16FA-6AB7-2AEC-05853ABB59B8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1/3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F94828-D644-2796-92D6-FAF160DB0C2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जोतना,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കൃഷിചെയ്യുക,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பயிரிடு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0" name="Picture 19" descr="001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6" name="past_sentence">
            <a:hlinkClick r:id="" action="ppaction://media"/>
            <a:extLst>
              <a:ext uri="{FF2B5EF4-FFF2-40B4-BE49-F238E27FC236}">
                <a16:creationId xmlns:a16="http://schemas.microsoft.com/office/drawing/2014/main" id="{E34777C9-DFF6-0814-F9AF-3E01586FC19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0" y="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33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98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A4F9D1-DD01-2A0C-BA1C-F5AE3F2DD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1B1DB53D-A1BD-2743-4573-1146636AF1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C5957D-72BF-A1C1-2CDF-3D465AEF83B5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5401A7-5F33-EF8A-B948-FFD601450D38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/ˈkʌl.tɪ.veɪt/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F373F6F7-FF94-4E2E-08A0-C01BE84F1F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94D832-421C-0BB8-B4EF-2E8C316DDE0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cultivate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53BDB0-0299-1C06-2767-B086D47E946D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prepare and use land for growing crops or plants.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2892612-1B2E-1773-39E7-B2EC7757F34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820A38-01D4-E7ED-BDB7-553169751532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8D98F2-5A50-2D14-CF77-9338B044F8B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local family cultivated organic vegetables on their small farm last year.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D4EDAF-AC6D-61E3-3AE8-5AF4B7AA566D}"/>
              </a:ext>
            </a:extLst>
          </p:cNvPr>
          <p:cNvSpPr txBox="1"/>
          <p:nvPr/>
        </p:nvSpPr>
        <p:spPr>
          <a:xfrm>
            <a:off x="2895599" y="4948361"/>
            <a:ext cx="86671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Farmers cultivate the fertile soil every spring to prepare for planting crops.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958E69-D62B-402C-537C-2585F5407329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1/3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98B3D8-B85C-5D71-F240-2608622284BF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जोतना,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കൃഷിചെയ്യുക,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பயிரிடு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3" name="Picture 22" descr="001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6" name="present_sentence">
            <a:hlinkClick r:id="" action="ppaction://media"/>
            <a:extLst>
              <a:ext uri="{FF2B5EF4-FFF2-40B4-BE49-F238E27FC236}">
                <a16:creationId xmlns:a16="http://schemas.microsoft.com/office/drawing/2014/main" id="{D2112204-1A20-39D7-801B-ACA9C28DDAC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0" y="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6023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88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63B76A-1DDC-E908-B715-4D5AD5C46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4C255B0C-908B-760D-5C59-55332535CA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D54AEB-14D2-6B3E-61DD-29C1EC335912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AEFFF9-A6D7-E055-48B4-F328F40CD214}"/>
              </a:ext>
            </a:extLst>
          </p:cNvPr>
          <p:cNvSpPr txBox="1"/>
          <p:nvPr/>
        </p:nvSpPr>
        <p:spPr>
          <a:xfrm>
            <a:off x="7277098" y="1435579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/ˈkʌl.tɪ.veɪt/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5329CAB9-5A4C-4E45-9F44-064B8C9040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19242B-B8EF-E742-6363-D66D6E904EA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cultivate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FA01F0-8011-B7A8-5886-E85AF764AA61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prepare and use land for growing crops or plants.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AD9AD66-C36B-CDA3-60DF-3DE8F53026D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7578E5-5932-FA5C-39E7-2BE2D9C2CF6B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34DFEC-C01E-8667-4AB0-67B44270F3F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local family cultivated organic vegetables on their small farm last year.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52620E-AE51-05B1-BFE9-0843E5D61517}"/>
              </a:ext>
            </a:extLst>
          </p:cNvPr>
          <p:cNvSpPr txBox="1"/>
          <p:nvPr/>
        </p:nvSpPr>
        <p:spPr>
          <a:xfrm>
            <a:off x="2895599" y="4948361"/>
            <a:ext cx="8071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Farmers cultivate the fertile soil every spring to prepare for planting crops.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99948D-503D-1BC8-A206-EA54AED1F16D}"/>
              </a:ext>
            </a:extLst>
          </p:cNvPr>
          <p:cNvSpPr txBox="1"/>
          <p:nvPr/>
        </p:nvSpPr>
        <p:spPr>
          <a:xfrm>
            <a:off x="3794638" y="5554756"/>
            <a:ext cx="7468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Next season, our community will cultivate a large field of sweet corn.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5960A-98FD-C624-A616-C23C3B183BE0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1/3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AE4CF2-87B2-9E90-5571-EBB293BCDA70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जोतना,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കൃഷിചെയ്യുക,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பயிரிடு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1" name="Picture 20" descr="001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6" name="future_sentence">
            <a:hlinkClick r:id="" action="ppaction://media"/>
            <a:extLst>
              <a:ext uri="{FF2B5EF4-FFF2-40B4-BE49-F238E27FC236}">
                <a16:creationId xmlns:a16="http://schemas.microsoft.com/office/drawing/2014/main" id="{F7C56216-41DD-470E-122C-40D9420736D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0" y="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3314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85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harvest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gather a ripe crop from the fields.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C637730-1B9E-59C6-288A-947E01A8B96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537A4F-4D0A-BFF3-9AE8-11D8B8210CD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फसल काटना,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വിളവെടുക്കുക,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அறுவடை செய்</a:t>
            </a:r>
            <a:endParaRPr lang="en-IN" b="1" dirty="0">
              <a:solidFill>
                <a:srgbClr val="475569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46E987-1B6A-FE97-9592-C215495A06B3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2/3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ED7E96-20C9-C5ED-2E4C-C2B78876EA54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/ˈhɑːr.vəst/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18" name="Picture 17" descr="00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5" name="pronunciation">
            <a:hlinkClick r:id="" action="ppaction://media"/>
            <a:extLst>
              <a:ext uri="{FF2B5EF4-FFF2-40B4-BE49-F238E27FC236}">
                <a16:creationId xmlns:a16="http://schemas.microsoft.com/office/drawing/2014/main" id="{204A6FBE-0CEE-28EB-4638-B29F833CB36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0" y="0"/>
            <a:ext cx="406400" cy="406400"/>
          </a:xfrm>
          <a:prstGeom prst="rect">
            <a:avLst/>
          </a:prstGeom>
        </p:spPr>
      </p:pic>
      <p:pic>
        <p:nvPicPr>
          <p:cNvPr id="6" name="pronunciation">
            <a:hlinkClick r:id="" action="ppaction://media"/>
            <a:extLst>
              <a:ext uri="{FF2B5EF4-FFF2-40B4-BE49-F238E27FC236}">
                <a16:creationId xmlns:a16="http://schemas.microsoft.com/office/drawing/2014/main" id="{3DA9C571-6335-1E51-E454-D7667BEE5AC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0" y="0"/>
            <a:ext cx="406400" cy="406400"/>
          </a:xfrm>
          <a:prstGeom prst="rect">
            <a:avLst/>
          </a:prstGeom>
        </p:spPr>
      </p:pic>
      <p:pic>
        <p:nvPicPr>
          <p:cNvPr id="11" name="meaning">
            <a:hlinkClick r:id="" action="ppaction://media"/>
            <a:extLst>
              <a:ext uri="{FF2B5EF4-FFF2-40B4-BE49-F238E27FC236}">
                <a16:creationId xmlns:a16="http://schemas.microsoft.com/office/drawing/2014/main" id="{F19C6E41-7B7E-7B62-FE7A-6089140B502D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0" y="0"/>
            <a:ext cx="406400" cy="406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09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2" dur="80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1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2429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audio>
              <p:cMediaNode vol="80000">
                <p:cTn id="1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1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A1C92A-00A5-A774-61BC-3DADB71CCAEC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5EB1EB-12A8-4C78-7555-C064C72F1E0A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/ˈhɑːr.vəst/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967A89-D0B6-0911-7979-8252ABD5BB96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harvest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2C42FA-D19F-3E1A-4385-361C1AE5B3B6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gather a ripe crop from the fields.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423991E-464C-988E-7B7C-445D9C18085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EB2755-2C05-216C-E7F7-E2AE9F2E1A93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tired farmers harvested all the wheat before the heavy rain started.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70CE9C-16FA-6AB7-2AEC-05853ABB59B8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2/3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F94828-D644-2796-92D6-FAF160DB0C2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फसल काटना,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വിളവെടുക്കുക,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அறுவடை செய்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0" name="Picture 19" descr="00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6" name="past_sentence">
            <a:hlinkClick r:id="" action="ppaction://media"/>
            <a:extLst>
              <a:ext uri="{FF2B5EF4-FFF2-40B4-BE49-F238E27FC236}">
                <a16:creationId xmlns:a16="http://schemas.microsoft.com/office/drawing/2014/main" id="{3CAAEBAD-9594-3B10-0567-629A9F5FCF4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0" y="0"/>
            <a:ext cx="406400" cy="406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38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C5957D-72BF-A1C1-2CDF-3D465AEF83B5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5401A7-5F33-EF8A-B948-FFD601450D38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/ˈhɑːr.vəst/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94D832-421C-0BB8-B4EF-2E8C316DDE0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harvest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53BDB0-0299-1C06-2767-B086D47E946D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gather a ripe crop from the fields.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820A38-01D4-E7ED-BDB7-553169751532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8D98F2-5A50-2D14-CF77-9338B044F8B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tired farmers harvested all the wheat before the heavy rain started.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D4EDAF-AC6D-61E3-3AE8-5AF4B7AA566D}"/>
              </a:ext>
            </a:extLst>
          </p:cNvPr>
          <p:cNvSpPr txBox="1"/>
          <p:nvPr/>
        </p:nvSpPr>
        <p:spPr>
          <a:xfrm>
            <a:off x="2895599" y="4948361"/>
            <a:ext cx="86671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Workers harvest fresh apples from the orchard early in the morning.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958E69-D62B-402C-537C-2585F5407329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2/3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98B3D8-B85C-5D71-F240-2608622284BF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फसल काटना,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വിളവെടുക്കുക,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அறுவடை செய்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3" name="Picture 22" descr="00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6" name="present_sentence">
            <a:hlinkClick r:id="" action="ppaction://media"/>
            <a:extLst>
              <a:ext uri="{FF2B5EF4-FFF2-40B4-BE49-F238E27FC236}">
                <a16:creationId xmlns:a16="http://schemas.microsoft.com/office/drawing/2014/main" id="{1C566140-8FA6-CAB1-310D-737043D37DD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0" y="0"/>
            <a:ext cx="406400" cy="406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10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D54AEB-14D2-6B3E-61DD-29C1EC335912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AEFFF9-A6D7-E055-48B4-F328F40CD214}"/>
              </a:ext>
            </a:extLst>
          </p:cNvPr>
          <p:cNvSpPr txBox="1"/>
          <p:nvPr/>
        </p:nvSpPr>
        <p:spPr>
          <a:xfrm>
            <a:off x="7277098" y="1435579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/ˈhɑːr.vəst/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19242B-B8EF-E742-6363-D66D6E904EA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harvest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FA01F0-8011-B7A8-5886-E85AF764AA61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gather a ripe crop from the fields.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7578E5-5932-FA5C-39E7-2BE2D9C2CF6B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34DFEC-C01E-8667-4AB0-67B44270F3F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tired farmers harvested all the wheat before the heavy rain started.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52620E-AE51-05B1-BFE9-0843E5D61517}"/>
              </a:ext>
            </a:extLst>
          </p:cNvPr>
          <p:cNvSpPr txBox="1"/>
          <p:nvPr/>
        </p:nvSpPr>
        <p:spPr>
          <a:xfrm>
            <a:off x="2895599" y="4948361"/>
            <a:ext cx="8071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Workers harvest fresh apples from the orchard early in the morning.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99948D-503D-1BC8-A206-EA54AED1F16D}"/>
              </a:ext>
            </a:extLst>
          </p:cNvPr>
          <p:cNvSpPr txBox="1"/>
          <p:nvPr/>
        </p:nvSpPr>
        <p:spPr>
          <a:xfrm>
            <a:off x="3794638" y="5554756"/>
            <a:ext cx="7468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They will harvest the golden grain when it becomes completely ripe tomorrow.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5960A-98FD-C624-A616-C23C3B183BE0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2/3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AE4CF2-87B2-9E90-5571-EBB293BCDA70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फसल काटना,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വിളവെടുക്കുക,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அறுவடை செய்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1" name="Picture 20" descr="00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6" name="future_sentence">
            <a:hlinkClick r:id="" action="ppaction://media"/>
            <a:extLst>
              <a:ext uri="{FF2B5EF4-FFF2-40B4-BE49-F238E27FC236}">
                <a16:creationId xmlns:a16="http://schemas.microsoft.com/office/drawing/2014/main" id="{CB48E714-B416-71CD-D2BB-82B311439CD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0" y="0"/>
            <a:ext cx="406400" cy="406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75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irrigation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The supply of water to land or crops to help growth.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C637730-1B9E-59C6-288A-947E01A8B96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537A4F-4D0A-BFF3-9AE8-11D8B8210CD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सिंचाई,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ജലസേചനം,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பாசனம்</a:t>
            </a:r>
            <a:endParaRPr lang="en-IN" b="1" dirty="0">
              <a:solidFill>
                <a:srgbClr val="475569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46E987-1B6A-FE97-9592-C215495A06B3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3/3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ED7E96-20C9-C5ED-2E4C-C2B78876EA54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/ˌɪr.əˈɡeɪ.ʃən/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18" name="Picture 17" descr="00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5" name="pronunciation">
            <a:hlinkClick r:id="" action="ppaction://media"/>
            <a:extLst>
              <a:ext uri="{FF2B5EF4-FFF2-40B4-BE49-F238E27FC236}">
                <a16:creationId xmlns:a16="http://schemas.microsoft.com/office/drawing/2014/main" id="{795A63C1-A459-E227-FED7-CB9A4B56EF0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0" y="0"/>
            <a:ext cx="406400" cy="406400"/>
          </a:xfrm>
          <a:prstGeom prst="rect">
            <a:avLst/>
          </a:prstGeom>
        </p:spPr>
      </p:pic>
      <p:pic>
        <p:nvPicPr>
          <p:cNvPr id="6" name="pronunciation">
            <a:hlinkClick r:id="" action="ppaction://media"/>
            <a:extLst>
              <a:ext uri="{FF2B5EF4-FFF2-40B4-BE49-F238E27FC236}">
                <a16:creationId xmlns:a16="http://schemas.microsoft.com/office/drawing/2014/main" id="{9C93A9B5-256F-CB70-A1DE-4514680185B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0" y="0"/>
            <a:ext cx="406400" cy="406400"/>
          </a:xfrm>
          <a:prstGeom prst="rect">
            <a:avLst/>
          </a:prstGeom>
        </p:spPr>
      </p:pic>
      <p:pic>
        <p:nvPicPr>
          <p:cNvPr id="11" name="meaning">
            <a:hlinkClick r:id="" action="ppaction://media"/>
            <a:extLst>
              <a:ext uri="{FF2B5EF4-FFF2-40B4-BE49-F238E27FC236}">
                <a16:creationId xmlns:a16="http://schemas.microsoft.com/office/drawing/2014/main" id="{B1900CAC-700C-F73D-35B6-AA0ADC1FE2A2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0" y="0"/>
            <a:ext cx="406400" cy="406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92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2" dur="99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1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3604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audio>
              <p:cMediaNode vol="80000">
                <p:cTn id="1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1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A1C92A-00A5-A774-61BC-3DADB71CCAEC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5EB1EB-12A8-4C78-7555-C064C72F1E0A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/ˌɪr.əˈɡeɪ.ʃən/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967A89-D0B6-0911-7979-8252ABD5BB96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irrigation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2C42FA-D19F-3E1A-4385-361C1AE5B3B6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The supply of water to land or crops to help growth.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423991E-464C-988E-7B7C-445D9C18085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EB2755-2C05-216C-E7F7-E2AE9F2E1A93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old irrigation system supplied water to all farms in the valley.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70CE9C-16FA-6AB7-2AEC-05853ABB59B8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3/3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F94828-D644-2796-92D6-FAF160DB0C2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सिंचाई,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ജലസേചനം,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பாசனம்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0" name="Picture 19" descr="00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6" name="past_sentence">
            <a:hlinkClick r:id="" action="ppaction://media"/>
            <a:extLst>
              <a:ext uri="{FF2B5EF4-FFF2-40B4-BE49-F238E27FC236}">
                <a16:creationId xmlns:a16="http://schemas.microsoft.com/office/drawing/2014/main" id="{3BB5DC64-D18A-F414-5F61-E782E8657A5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0" y="0"/>
            <a:ext cx="406400" cy="406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38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C5957D-72BF-A1C1-2CDF-3D465AEF83B5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5401A7-5F33-EF8A-B948-FFD601450D38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/ˌɪr.əˈɡeɪ.ʃən/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94D832-421C-0BB8-B4EF-2E8C316DDE0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irrigation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53BDB0-0299-1C06-2767-B086D47E946D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The supply of water to land or crops to help growth.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820A38-01D4-E7ED-BDB7-553169751532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8D98F2-5A50-2D14-CF77-9338B044F8B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old irrigation system supplied water to all farms in the valley.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D4EDAF-AC6D-61E3-3AE8-5AF4B7AA566D}"/>
              </a:ext>
            </a:extLst>
          </p:cNvPr>
          <p:cNvSpPr txBox="1"/>
          <p:nvPr/>
        </p:nvSpPr>
        <p:spPr>
          <a:xfrm>
            <a:off x="2895599" y="4948361"/>
            <a:ext cx="86671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Modern irrigation provides enough water for crops during dry weather conditions.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958E69-D62B-402C-537C-2585F5407329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3/3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98B3D8-B85C-5D71-F240-2608622284BF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सिंचाई,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ജലസേചനം,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பாசனம்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3" name="Picture 22" descr="00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6" name="present_sentence">
            <a:hlinkClick r:id="" action="ppaction://media"/>
            <a:extLst>
              <a:ext uri="{FF2B5EF4-FFF2-40B4-BE49-F238E27FC236}">
                <a16:creationId xmlns:a16="http://schemas.microsoft.com/office/drawing/2014/main" id="{01D13A20-182A-0DF1-153F-AC74248EB14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0" y="0"/>
            <a:ext cx="406400" cy="406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64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D54AEB-14D2-6B3E-61DD-29C1EC335912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AEFFF9-A6D7-E055-48B4-F328F40CD214}"/>
              </a:ext>
            </a:extLst>
          </p:cNvPr>
          <p:cNvSpPr txBox="1"/>
          <p:nvPr/>
        </p:nvSpPr>
        <p:spPr>
          <a:xfrm>
            <a:off x="7277098" y="1435579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/ˌɪr.əˈɡeɪ.ʃən/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19242B-B8EF-E742-6363-D66D6E904EA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irrigation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FA01F0-8011-B7A8-5886-E85AF764AA61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The supply of water to land or crops to help growth.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7578E5-5932-FA5C-39E7-2BE2D9C2CF6B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34DFEC-C01E-8667-4AB0-67B44270F3F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old irrigation system supplied water to all farms in the valley.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52620E-AE51-05B1-BFE9-0843E5D61517}"/>
              </a:ext>
            </a:extLst>
          </p:cNvPr>
          <p:cNvSpPr txBox="1"/>
          <p:nvPr/>
        </p:nvSpPr>
        <p:spPr>
          <a:xfrm>
            <a:off x="2895599" y="4948361"/>
            <a:ext cx="8071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Modern irrigation provides enough water for crops during dry weather conditions.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99948D-503D-1BC8-A206-EA54AED1F16D}"/>
              </a:ext>
            </a:extLst>
          </p:cNvPr>
          <p:cNvSpPr txBox="1"/>
          <p:nvPr/>
        </p:nvSpPr>
        <p:spPr>
          <a:xfrm>
            <a:off x="3794638" y="5554756"/>
            <a:ext cx="7468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A new irrigation project will help farmers grow crops during dry summer.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5960A-98FD-C624-A616-C23C3B183BE0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3/3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AE4CF2-87B2-9E90-5571-EBB293BCDA70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सिंचाई,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ജലസേചനം,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பாசனம்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1" name="Picture 20" descr="00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6" name="future_sentence">
            <a:hlinkClick r:id="" action="ppaction://media"/>
            <a:extLst>
              <a:ext uri="{FF2B5EF4-FFF2-40B4-BE49-F238E27FC236}">
                <a16:creationId xmlns:a16="http://schemas.microsoft.com/office/drawing/2014/main" id="{5FC8CC9D-0B88-220A-601C-E4E5D2C0878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0" y="0"/>
            <a:ext cx="406400" cy="406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51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655</Words>
  <Application>Microsoft Office PowerPoint</Application>
  <PresentationFormat>Widescreen</PresentationFormat>
  <Paragraphs>114</Paragraphs>
  <Slides>12</Slides>
  <Notes>0</Notes>
  <HiddenSlides>0</HiddenSlides>
  <MMClips>18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Arial</vt:lpstr>
      <vt:lpstr>Calibri</vt:lpstr>
      <vt:lpstr>Noto Sans SemiBold</vt:lpstr>
      <vt:lpstr>Poppins</vt:lpstr>
      <vt:lpstr>Poppins ExtraBold</vt:lpstr>
      <vt:lpstr>Poppins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Dell</dc:creator>
  <cp:keywords/>
  <dc:description>generated using python-pptx</dc:description>
  <cp:lastModifiedBy>Prince N R</cp:lastModifiedBy>
  <cp:revision>12</cp:revision>
  <dcterms:created xsi:type="dcterms:W3CDTF">2013-01-27T09:14:16Z</dcterms:created>
  <dcterms:modified xsi:type="dcterms:W3CDTF">2026-08-07T09:36:11Z</dcterms:modified>
  <cp:category/>
</cp:coreProperties>
</file>