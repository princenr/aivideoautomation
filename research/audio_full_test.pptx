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7.mp3"/><Relationship Id="rId7" Type="http://schemas.openxmlformats.org/officeDocument/2006/relationships/image" Target="../media/image2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7.mp3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2.mp3"/><Relationship Id="rId7" Type="http://schemas.openxmlformats.org/officeDocument/2006/relationships/image" Target="../media/image2.pn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2.mp3"/><Relationship Id="rId9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B9A8C77B-E947-5696-DE2F-F9D9F7F6F6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56DEB98A-B39E-78B3-E96B-ED1D8CD55D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079DDF23-04FE-AFE9-CBE1-C6FFBC64A67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4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1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68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47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3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033F2B9F-0ED8-9A52-F96B-FDAD97BA94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6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98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CE35295D-13DF-4EC5-170B-E682A49F03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8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E888AE9B-B405-C968-C1D2-54252920C7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85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5" name="pronunciation">
            <a:hlinkClick r:id="" action="ppaction://media"/>
            <a:extLst>
              <a:ext uri="{FF2B5EF4-FFF2-40B4-BE49-F238E27FC236}">
                <a16:creationId xmlns:a16="http://schemas.microsoft.com/office/drawing/2014/main" id="{5510444C-5E02-0143-D562-C1C35017B2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97D47B34-2A06-A5FD-0A7A-C977996653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1" name="meaning">
            <a:hlinkClick r:id="" action="ppaction://media"/>
            <a:extLst>
              <a:ext uri="{FF2B5EF4-FFF2-40B4-BE49-F238E27FC236}">
                <a16:creationId xmlns:a16="http://schemas.microsoft.com/office/drawing/2014/main" id="{48281BD3-743A-80BA-2E80-7323B3BE3D2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418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0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80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8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242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282FF5E2-2BA7-0BA4-86A8-36A1B6EAD0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3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AEEC0D93-6728-FC92-1BE5-C09D89CDA5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1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94A92375-237A-D053-825B-02F81995C7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7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5" name="pronunciation">
            <a:hlinkClick r:id="" action="ppaction://media"/>
            <a:extLst>
              <a:ext uri="{FF2B5EF4-FFF2-40B4-BE49-F238E27FC236}">
                <a16:creationId xmlns:a16="http://schemas.microsoft.com/office/drawing/2014/main" id="{3FCAB454-F316-D910-DCAC-300A530A66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62B3C5D4-C115-E63C-A9EE-98C2B156E5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1" name="meaning">
            <a:hlinkClick r:id="" action="ppaction://media"/>
            <a:extLst>
              <a:ext uri="{FF2B5EF4-FFF2-40B4-BE49-F238E27FC236}">
                <a16:creationId xmlns:a16="http://schemas.microsoft.com/office/drawing/2014/main" id="{9C23F561-7E23-208D-81A1-7E8A3F95EF7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9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7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57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360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A81072B2-EF61-6C63-5A68-8A7D1CADB2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3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86B7A91C-FA56-F040-6F28-965C0A6AE4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6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68A4B620-655E-69A2-613C-1624D48698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5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655</Words>
  <Application>Microsoft Office PowerPoint</Application>
  <PresentationFormat>Widescreen</PresentationFormat>
  <Paragraphs>114</Paragraphs>
  <Slides>12</Slides>
  <Notes>0</Notes>
  <HiddenSlides>0</HiddenSlides>
  <MMClips>18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2026-08-08T13:05:42Z</dcterms:modified>
  <cp:category/>
</cp:coreProperties>
</file>