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12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6.mp3"/><Relationship Id="rId7" Type="http://schemas.openxmlformats.org/officeDocument/2006/relationships/image" Target="../media/image2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6.mp3"/><Relationship Id="rId9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0.mp3"/><Relationship Id="rId7" Type="http://schemas.openxmlformats.org/officeDocument/2006/relationships/image" Target="../media/image2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0.mp3"/><Relationship Id="rId9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0AEB042F-7499-B398-D39E-3CDCA49245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  <p:seq concurrent="1" nextAc="seek">
              <p:cTn id="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Next season, our community will cultivate a large field of sweet corn.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They will harvest the golden grain when it becomes completely ripe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 new irrigation project will help farmers grow crops during dry summer.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655</Words>
  <Application>Microsoft Office PowerPoint</Application>
  <PresentationFormat>Widescreen</PresentationFormat>
  <Paragraphs>114</Paragraphs>
  <Slides>12</Slides>
  <Notes>0</Notes>
  <HiddenSlides>0</HiddenSlides>
  <MMClips>19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2026-08-07T08:42:10Z</dcterms:modified>
  <cp:category/>
</cp:coreProperties>
</file>