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6.mp3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E6BD1A8B-B71E-1616-3CF9-7D8ACF61DD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06400" cy="40640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F03E03D7-9082-DE82-127F-7832BAB1CB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08000" y="0"/>
            <a:ext cx="406400" cy="40640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A56A6880-ADC9-D55A-9428-920B6898E48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16000" y="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8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47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3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21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2026-08-07T19:44:24Z</dcterms:modified>
  <cp:category/>
</cp:coreProperties>
</file>