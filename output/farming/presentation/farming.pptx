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7.mp3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2.mp3"/><Relationship Id="rId7" Type="http://schemas.openxmlformats.org/officeDocument/2006/relationships/image" Target="../media/image2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2.mp3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F4B73899-1783-E898-DAB7-E16D53F0D7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B719EC25-0632-8317-2B79-7CACC0124A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B05904E5-16E0-6A9D-3820-BB8FCC8051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03"/>
    </mc:Choice>
    <mc:Fallback>
      <p:transition spd="slow" advTm="6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8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47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F5B28087-961E-F930-2C88-B459869E19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3"/>
    </mc:Choice>
    <mc:Fallback>
      <p:transition spd="slow" advTm="5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6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98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BFD1195D-4D58-DF73-2E50-75C9BF2DA3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59"/>
    </mc:Choice>
    <mc:Fallback>
      <p:transition spd="slow" advTm="53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8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4F32125F-A5E9-FD06-87D7-06A814A933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33"/>
    </mc:Choice>
    <mc:Fallback>
      <p:transition spd="slow" advTm="5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85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18FEF502-084A-ED66-E4B9-C6EB758CA0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619659ED-A8EC-BE66-AF40-98F388C3B3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B1F2EAEF-9A2A-0050-35CF-3B411F32AB2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71"/>
    </mc:Choice>
    <mc:Fallback>
      <p:transition spd="slow" advTm="5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41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0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80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8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42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32978BA9-B842-BC89-51D7-1D4706EB0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2"/>
    </mc:Choice>
    <mc:Fallback>
      <p:transition spd="slow" advTm="4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863BD392-37D0-8FBE-3690-D2FF24D875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75"/>
    </mc:Choice>
    <mc:Fallback>
      <p:transition spd="slow" advTm="45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1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A451BF01-48CC-02D9-D017-6C7B2D9588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28"/>
    </mc:Choice>
    <mc:Fallback>
      <p:transition spd="slow" advTm="5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D0443CA7-EAD3-F921-6BA0-52830D8540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D048674-F2FF-5222-8C1F-D552406F57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F64B65F7-C749-7E2A-3AC7-1C50074059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12"/>
    </mc:Choice>
    <mc:Fallback>
      <p:transition spd="slow" advTm="66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57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36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DD3E7EE3-8A52-CD3A-12C9-F2046EC25D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2"/>
    </mc:Choice>
    <mc:Fallback>
      <p:transition spd="slow" advTm="4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E09DFD21-0152-A3D0-E926-0A2767E31A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24"/>
    </mc:Choice>
    <mc:Fallback>
      <p:transition spd="slow" advTm="51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6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E563C1F3-B980-775E-0CBB-F18B350A39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3"/>
    </mc:Choice>
    <mc:Fallback>
      <p:transition spd="slow" advTm="4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5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18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2026-08-10T14:44:37Z</dcterms:modified>
  <cp:category/>
</cp:coreProperties>
</file>