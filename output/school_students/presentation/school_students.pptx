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g"/><Relationship Id="rId4" Type="http://schemas.openxmlformats.org/officeDocument/2006/relationships/audio" Target="../media/media2.mp3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7.mp3"/><Relationship Id="rId7" Type="http://schemas.openxmlformats.org/officeDocument/2006/relationships/image" Target="../media/image2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7.mp3"/><Relationship Id="rId9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jp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jp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jpg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Classmate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member of the same class in a school.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सहपाठी,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സഹപാഠി,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வகுப்புத்தோழர்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1/2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/ˈklæs.meɪt/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4" name="pronunciation">
            <a:hlinkClick r:id="" action="ppaction://media"/>
            <a:extLst>
              <a:ext uri="{FF2B5EF4-FFF2-40B4-BE49-F238E27FC236}">
                <a16:creationId xmlns:a16="http://schemas.microsoft.com/office/drawing/2014/main" id="{30682418-B388-F422-4E15-CF0EF7FABD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1DC7BA89-6491-71BF-4E37-8FCF67B096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9" name="meaning">
            <a:hlinkClick r:id="" action="ppaction://media"/>
            <a:extLst>
              <a:ext uri="{FF2B5EF4-FFF2-40B4-BE49-F238E27FC236}">
                <a16:creationId xmlns:a16="http://schemas.microsoft.com/office/drawing/2014/main" id="{DF698BCB-5D4E-6B6C-6315-1843F85DC81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15"/>
    </mc:Choice>
    <mc:Fallback>
      <p:transition spd="slow" advTm="55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623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46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2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112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224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/ˈklæs.meɪt/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Classmate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member of the same class in a school.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Yesterday, my classmate shared her delicious lunch with everyone at our table.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1/2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सहपाठी,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സഹപാഠി,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வகுப்புத்தோழர்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ast_sentence">
            <a:hlinkClick r:id="" action="ppaction://media"/>
            <a:extLst>
              <a:ext uri="{FF2B5EF4-FFF2-40B4-BE49-F238E27FC236}">
                <a16:creationId xmlns:a16="http://schemas.microsoft.com/office/drawing/2014/main" id="{8A2B0C98-5E30-76D1-F654-4646EB4261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24"/>
    </mc:Choice>
    <mc:Fallback>
      <p:transition spd="slow" advTm="51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64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/ˈklæs.meɪt/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Classmate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member of the same class in a school.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Yesterday, my classmate shared her delicious lunch with everyone at our table.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My classmate always helps me solve difficult math problems during lunch break.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1/2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सहपाठी,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സഹപാഠി,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வகுப்புத்தோழர்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resent_sentence">
            <a:hlinkClick r:id="" action="ppaction://media"/>
            <a:extLst>
              <a:ext uri="{FF2B5EF4-FFF2-40B4-BE49-F238E27FC236}">
                <a16:creationId xmlns:a16="http://schemas.microsoft.com/office/drawing/2014/main" id="{AFD0008B-18A1-6D34-E3BA-D0C0AF2AB1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28"/>
    </mc:Choice>
    <mc:Fallback>
      <p:transition spd="slow" advTm="52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2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75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/ˈklæs.meɪt/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Classmate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member of the same class in a school.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Yesterday, my classmate shared her delicious lunch with everyone at our table.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My classmate always helps me solve difficult math problems during lunch break.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My classmate will present our science project to the whole school tomorrow.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1/2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सहपाठी,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സഹപാഠി,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வகுப்புத்தோழர்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future_sentence">
            <a:hlinkClick r:id="" action="ppaction://media"/>
            <a:extLst>
              <a:ext uri="{FF2B5EF4-FFF2-40B4-BE49-F238E27FC236}">
                <a16:creationId xmlns:a16="http://schemas.microsoft.com/office/drawing/2014/main" id="{97BF6110-AE10-D67E-8DF7-CD2FC41282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98"/>
    </mc:Choice>
    <mc:Fallback>
      <p:transition spd="slow" advTm="50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9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62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Study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devote time and attention to acquiring knowledge on a subject.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study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studies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studied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पढ़ना,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പഠിക്കുക,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படி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2/2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/ˈstʌd.i/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5" name="pronunciation">
            <a:hlinkClick r:id="" action="ppaction://media"/>
            <a:extLst>
              <a:ext uri="{FF2B5EF4-FFF2-40B4-BE49-F238E27FC236}">
                <a16:creationId xmlns:a16="http://schemas.microsoft.com/office/drawing/2014/main" id="{25EFED41-5981-C640-ED3A-C8389ADEB0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2AA9F233-0B56-5B96-8CC4-A4E5FBCE41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11" name="meaning">
            <a:hlinkClick r:id="" action="ppaction://media"/>
            <a:extLst>
              <a:ext uri="{FF2B5EF4-FFF2-40B4-BE49-F238E27FC236}">
                <a16:creationId xmlns:a16="http://schemas.microsoft.com/office/drawing/2014/main" id="{04F22B38-56B6-6018-F933-C55156C2582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33"/>
    </mc:Choice>
    <mc:Fallback>
      <p:transition spd="slow" advTm="65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05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7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21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407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70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70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410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/ˈstʌd.i/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Study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devote time and attention to acquiring knowledge on a subject.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study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studies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studied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diligent students studied all night to pass their difficult history test.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2/2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पढ़ना,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പഠിക്കുക,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படி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ast_sentence">
            <a:hlinkClick r:id="" action="ppaction://media"/>
            <a:extLst>
              <a:ext uri="{FF2B5EF4-FFF2-40B4-BE49-F238E27FC236}">
                <a16:creationId xmlns:a16="http://schemas.microsoft.com/office/drawing/2014/main" id="{8DAD36E5-DA32-5570-7FF5-F3F1C26961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11"/>
    </mc:Choice>
    <mc:Fallback>
      <p:transition spd="slow" advTm="54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1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9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/ˈstʌd.i/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Study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devote time and attention to acquiring knowledge on a subject.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study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studies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studied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diligent students studied all night to pass their difficult history test.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Many students study quietly in the library before their final exams start.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2/2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पढ़ना,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പഠിക്കുക,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படி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resent_sentence">
            <a:hlinkClick r:id="" action="ppaction://media"/>
            <a:extLst>
              <a:ext uri="{FF2B5EF4-FFF2-40B4-BE49-F238E27FC236}">
                <a16:creationId xmlns:a16="http://schemas.microsoft.com/office/drawing/2014/main" id="{E0FD92D4-716F-439B-A737-918DA00FAA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28"/>
    </mc:Choice>
    <mc:Fallback>
      <p:transition spd="slow" advTm="52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2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75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/ˈstʌd.i/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Study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devote time and attention to acquiring knowledge on a subject.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study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studies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studied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diligent students studied all night to pass their difficult history test.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Many students study quietly in the library before their final exams start.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 primary students will study new science topics together next week.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2/2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पढ़ना,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പഠിക്കുക,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படி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future_sentence">
            <a:hlinkClick r:id="" action="ppaction://media"/>
            <a:extLst>
              <a:ext uri="{FF2B5EF4-FFF2-40B4-BE49-F238E27FC236}">
                <a16:creationId xmlns:a16="http://schemas.microsoft.com/office/drawing/2014/main" id="{D2C39DF8-1024-6822-CE14-897C7C1B44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93"/>
    </mc:Choice>
    <mc:Fallback>
      <p:transition spd="slow" advTm="49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9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51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418</Words>
  <Application>Microsoft Office PowerPoint</Application>
  <PresentationFormat>Widescreen</PresentationFormat>
  <Paragraphs>76</Paragraphs>
  <Slides>8</Slides>
  <Notes>0</Notes>
  <HiddenSlides>0</HiddenSlides>
  <MMClips>12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12</cp:revision>
  <dcterms:created xsi:type="dcterms:W3CDTF">2013-01-27T09:14:16Z</dcterms:created>
  <dcterms:modified xsi:type="dcterms:W3CDTF">2026-08-11T05:56:48Z</dcterms:modified>
  <cp:category/>
</cp:coreProperties>
</file>