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FCD05558-337A-8570-1322-8E3141996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7B741-9FAC-7692-E721-B00547766DB9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5F6295AE-B2A6-F851-DBE4-805A3997D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70A0D5-DCB6-EBC2-66DD-4D7987991A2E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r>
              <a:rPr sz="1500" b="0" i="0" u="none" dirty="0">
                <a:solidFill>
                  <a:srgbClr val="64748B"/>
                </a:solidFill>
                <a:latin typeface="Poppins SemiBold"/>
              </a:rPr>
              <a:t> </a:t>
            </a:r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029C7941-3504-862F-A821-E0F421CD4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Algorithm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C39D6-270D-1294-4906-0E9A9A39D6FB}"/>
              </a:ext>
            </a:extLst>
          </p:cNvPr>
          <p:cNvSpPr txBox="1"/>
          <p:nvPr/>
        </p:nvSpPr>
        <p:spPr>
          <a:xfrm>
            <a:off x="4889704" y="2383534"/>
            <a:ext cx="38066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6551E-71B7-996E-87B0-BAA17D8A415B}"/>
              </a:ext>
            </a:extLst>
          </p:cNvPr>
          <p:cNvSpPr txBox="1"/>
          <p:nvPr/>
        </p:nvSpPr>
        <p:spPr>
          <a:xfrm>
            <a:off x="2950292" y="4926131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3702767" y="5619955"/>
            <a:ext cx="756008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234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3</cp:revision>
  <dcterms:created xsi:type="dcterms:W3CDTF">2013-01-27T09:14:16Z</dcterms:created>
  <dcterms:modified xsi:type="dcterms:W3CDTF">2026-07-29T19:43:08Z</dcterms:modified>
  <cp:category/>
</cp:coreProperties>
</file>