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3" r:id="rId4"/>
    <p:sldId id="264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3644"/>
    <a:srgbClr val="1C1C1C"/>
    <a:srgbClr val="2F4F4F"/>
    <a:srgbClr val="1E293B"/>
    <a:srgbClr val="1F1B1D"/>
    <a:srgbClr val="616161"/>
    <a:srgbClr val="201A1E"/>
    <a:srgbClr val="472D33"/>
    <a:srgbClr val="B6BC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996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r>
              <a:rPr sz="1500" b="0" i="0" u="none" dirty="0">
                <a:solidFill>
                  <a:srgbClr val="64748B"/>
                </a:solidFill>
                <a:latin typeface="Poppins SemiBold"/>
              </a:rPr>
              <a:t> </a:t>
            </a:r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Algorithm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A step-by-step procedure used to solve a problem.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889704" y="2383534"/>
            <a:ext cx="38066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97AB29-D224-5631-2BF3-17C2CE43B1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123470" y="1605828"/>
            <a:ext cx="21907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एल्गोरिदम, അൽഗോരിതം,</a:t>
            </a:r>
            <a:br>
              <a:rPr lang="en-GB" b="1" dirty="0"/>
            </a:br>
            <a:r>
              <a:rPr lang="en-GB" b="1" dirty="0"/>
              <a:t>அல்காரிதம்</a:t>
            </a:r>
            <a:endParaRPr lang="en-IN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1/20</a:t>
            </a:r>
            <a:endParaRPr lang="en-IN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/ˈælɡəˌrɪðəm/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EA1FAF-FDF6-D262-4A6E-8F98ACE4A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A81A8A7-71C2-A8EE-E03C-BD486F868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r>
              <a:rPr sz="1500" b="0" i="0" u="none" dirty="0">
                <a:solidFill>
                  <a:srgbClr val="64748B"/>
                </a:solidFill>
                <a:latin typeface="Poppins SemiBold"/>
              </a:rPr>
              <a:t> </a:t>
            </a:r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/ˈælɡəˌrɪðəm/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E92E79E2-5CAD-D379-5C20-8A1707B00B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Picture 5" descr="image.png">
            <a:extLst>
              <a:ext uri="{FF2B5EF4-FFF2-40B4-BE49-F238E27FC236}">
                <a16:creationId xmlns:a16="http://schemas.microsoft.com/office/drawing/2014/main" id="{FCD05558-337A-8570-1322-8E31419963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Algorithm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A step-by-step procedure used to solve a problem.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E7B741-9FAC-7692-E721-B00547766DB9}"/>
              </a:ext>
            </a:extLst>
          </p:cNvPr>
          <p:cNvSpPr txBox="1"/>
          <p:nvPr/>
        </p:nvSpPr>
        <p:spPr>
          <a:xfrm>
            <a:off x="4889704" y="2383534"/>
            <a:ext cx="38066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A704EA-DBA6-7A74-1E29-E0E399DC95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Yesterday I learned an algorithm.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5DD7DE-7D39-D652-3399-C6F0644DC3D3}"/>
              </a:ext>
            </a:extLst>
          </p:cNvPr>
          <p:cNvSpPr txBox="1"/>
          <p:nvPr/>
        </p:nvSpPr>
        <p:spPr>
          <a:xfrm>
            <a:off x="4819651" y="4057650"/>
            <a:ext cx="21907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एल्गोरिदम, അൽഗോരിതം,</a:t>
            </a:r>
            <a:br>
              <a:rPr lang="en-GB" b="1" dirty="0"/>
            </a:br>
            <a:r>
              <a:rPr lang="en-GB" b="1" dirty="0"/>
              <a:t>அல்காரிதம்</a:t>
            </a:r>
            <a:endParaRPr lang="en-IN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7F8D2F-B09A-B1B4-583C-48301F7AAEF1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1/20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1337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A4F9D1-DD01-2A0C-BA1C-F5AE3F2DD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1B1DB53D-A1BD-2743-4573-1146636AF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r>
              <a:rPr sz="1500" b="0" i="0" u="none" dirty="0">
                <a:solidFill>
                  <a:srgbClr val="64748B"/>
                </a:solidFill>
                <a:latin typeface="Poppins SemiBold"/>
              </a:rPr>
              <a:t> </a:t>
            </a:r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/ˈælɡəˌrɪðəm/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F373F6F7-FF94-4E2E-08A0-C01BE84F1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Picture 5" descr="image.png">
            <a:extLst>
              <a:ext uri="{FF2B5EF4-FFF2-40B4-BE49-F238E27FC236}">
                <a16:creationId xmlns:a16="http://schemas.microsoft.com/office/drawing/2014/main" id="{5F6295AE-B2A6-F851-DBE4-805A3997D6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Algorithm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A step-by-step procedure used to solve a problem.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70A0D5-DCB6-EBC2-66DD-4D7987991A2E}"/>
              </a:ext>
            </a:extLst>
          </p:cNvPr>
          <p:cNvSpPr txBox="1"/>
          <p:nvPr/>
        </p:nvSpPr>
        <p:spPr>
          <a:xfrm>
            <a:off x="4889704" y="2383534"/>
            <a:ext cx="38066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2892612-1B2E-1773-39E7-B2EC7757F3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Yesterday I learned an algorithm.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7BCAC7-9746-3084-D20B-C02A99CD59B2}"/>
              </a:ext>
            </a:extLst>
          </p:cNvPr>
          <p:cNvSpPr txBox="1"/>
          <p:nvPr/>
        </p:nvSpPr>
        <p:spPr>
          <a:xfrm>
            <a:off x="2950292" y="4926131"/>
            <a:ext cx="877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PRESENT_SENTENCE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CB6EE9-A13A-C353-7C57-19E97573E6EC}"/>
              </a:ext>
            </a:extLst>
          </p:cNvPr>
          <p:cNvSpPr txBox="1"/>
          <p:nvPr/>
        </p:nvSpPr>
        <p:spPr>
          <a:xfrm>
            <a:off x="4819651" y="4057650"/>
            <a:ext cx="21907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एल्गोरिदम, അൽഗോരിതം,</a:t>
            </a:r>
            <a:br>
              <a:rPr lang="en-GB" b="1" dirty="0"/>
            </a:br>
            <a:r>
              <a:rPr lang="en-GB" b="1" dirty="0"/>
              <a:t>அல்காரிதம்</a:t>
            </a:r>
            <a:endParaRPr lang="en-IN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549B56-9DFE-47C2-5021-87EA5CA59DD7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1/20</a:t>
            </a:r>
            <a:endParaRPr lang="en-IN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0F27BC-5AF1-DB1A-0866-514662520B18}"/>
              </a:ext>
            </a:extLst>
          </p:cNvPr>
          <p:cNvSpPr txBox="1"/>
          <p:nvPr/>
        </p:nvSpPr>
        <p:spPr>
          <a:xfrm>
            <a:off x="3343716" y="5465198"/>
            <a:ext cx="2753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 use an algorithm to solve the problem.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6023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63B76A-1DDC-E908-B715-4D5AD5C46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4C255B0C-908B-760D-5C59-55332535C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r>
              <a:rPr sz="1500" b="0" i="0" u="none" dirty="0">
                <a:solidFill>
                  <a:srgbClr val="64748B"/>
                </a:solidFill>
                <a:latin typeface="Poppins SemiBold"/>
              </a:rPr>
              <a:t> </a:t>
            </a:r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/ˈælɡəˌrɪðəm/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5329CAB9-5A4C-4E45-9F44-064B8C9040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Picture 5" descr="image.png">
            <a:extLst>
              <a:ext uri="{FF2B5EF4-FFF2-40B4-BE49-F238E27FC236}">
                <a16:creationId xmlns:a16="http://schemas.microsoft.com/office/drawing/2014/main" id="{029C7941-3504-862F-A821-E0F421CD4F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Algorithm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A step-by-step procedure used to solve a problem.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3C39D6-270D-1294-4906-0E9A9A39D6FB}"/>
              </a:ext>
            </a:extLst>
          </p:cNvPr>
          <p:cNvSpPr txBox="1"/>
          <p:nvPr/>
        </p:nvSpPr>
        <p:spPr>
          <a:xfrm>
            <a:off x="4889704" y="2383534"/>
            <a:ext cx="38066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D9AD66-C36B-CDA3-60DF-3DE8F53026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Yesterday I learned an algorithm.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9B2766-06EB-ACF1-5F47-992137BDF7AC}"/>
              </a:ext>
            </a:extLst>
          </p:cNvPr>
          <p:cNvSpPr txBox="1"/>
          <p:nvPr/>
        </p:nvSpPr>
        <p:spPr>
          <a:xfrm>
            <a:off x="3794329" y="2583039"/>
            <a:ext cx="21907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एल्गोरिदम, അൽഗോരിതം,</a:t>
            </a:r>
            <a:br>
              <a:rPr lang="en-GB" b="1" dirty="0"/>
            </a:br>
            <a:r>
              <a:rPr lang="en-GB" b="1" dirty="0"/>
              <a:t>அல்காரிதம்</a:t>
            </a:r>
            <a:endParaRPr lang="en-IN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BDFC54-52D3-1CC7-0794-2AB566E6EA0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1/20</a:t>
            </a:r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3191316" y="5312798"/>
            <a:ext cx="2753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 use an algorithm to solve the problem.</a:t>
            </a:r>
            <a:endParaRPr lang="en-IN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4276419" y="6006622"/>
            <a:ext cx="2753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Tomorrow I will study a new algorithm.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3314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796</TotalTime>
  <Words>249</Words>
  <Application>Microsoft Office PowerPoint</Application>
  <PresentationFormat>Widescreen</PresentationFormat>
  <Paragraphs>39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Arial</vt:lpstr>
      <vt:lpstr>Calibri</vt:lpstr>
      <vt:lpstr>Noto Sans SemiBold</vt:lpstr>
      <vt:lpstr>Poppins</vt:lpstr>
      <vt:lpstr>Poppins ExtraBold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Dell</dc:creator>
  <cp:keywords/>
  <dc:description>generated using python-pptx</dc:description>
  <cp:lastModifiedBy>Prince N R</cp:lastModifiedBy>
  <cp:revision>8</cp:revision>
  <dcterms:created xsi:type="dcterms:W3CDTF">2013-01-27T09:14:16Z</dcterms:created>
  <dcterms:modified xsi:type="dcterms:W3CDTF">2026-07-31T05:47:38Z</dcterms:modified>
  <cp:category/>
</cp:coreProperties>
</file>