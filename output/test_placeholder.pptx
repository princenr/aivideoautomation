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1C1C1C"/>
    <a:srgbClr val="2F4F4F"/>
    <a:srgbClr val="1E293B"/>
    <a:srgbClr val="1F1B1D"/>
    <a:srgbClr val="616161"/>
    <a:srgbClr val="201A1E"/>
    <a:srgbClr val="472D33"/>
    <a:srgbClr val="B6B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Algorithm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A step-by-step procedure used to solve a problem.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9704" y="2383534"/>
            <a:ext cx="38066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123470" y="1605828"/>
            <a:ext cx="219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एल्गोरिदम, അൽഗോരിതം,</a:t>
            </a:r>
            <a:br>
              <a:rPr lang="en-GB" b="1" dirty="0"/>
            </a:br>
            <a:r>
              <a:rPr lang="en-GB" b="1" dirty="0"/>
              <a:t>அல்காரிதம்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1/20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/ˈælɡəˌrɪðəm/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/ˈælɡəˌrɪðəm/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Algorithm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A step-by-step procedure used to solve a problem.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7B741-9FAC-7692-E721-B00547766DB9}"/>
              </a:ext>
            </a:extLst>
          </p:cNvPr>
          <p:cNvSpPr txBox="1"/>
          <p:nvPr/>
        </p:nvSpPr>
        <p:spPr>
          <a:xfrm>
            <a:off x="4889704" y="2383534"/>
            <a:ext cx="38066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 I learned an algorithm.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DD7DE-7D39-D652-3399-C6F0644DC3D3}"/>
              </a:ext>
            </a:extLst>
          </p:cNvPr>
          <p:cNvSpPr txBox="1"/>
          <p:nvPr/>
        </p:nvSpPr>
        <p:spPr>
          <a:xfrm>
            <a:off x="4819651" y="4057650"/>
            <a:ext cx="219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एल्गोरिदम, അൽഗോരിതം,</a:t>
            </a:r>
            <a:br>
              <a:rPr lang="en-GB" b="1" dirty="0"/>
            </a:br>
            <a:r>
              <a:rPr lang="en-GB" b="1" dirty="0"/>
              <a:t>அல்காரிதம்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7F8D2F-B09A-B1B4-583C-48301F7AAEF1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/ˈælɡəˌrɪðəm/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Algorithm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A step-by-step procedure used to solve a problem.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0A0D5-DCB6-EBC2-66DD-4D7987991A2E}"/>
              </a:ext>
            </a:extLst>
          </p:cNvPr>
          <p:cNvSpPr txBox="1"/>
          <p:nvPr/>
        </p:nvSpPr>
        <p:spPr>
          <a:xfrm>
            <a:off x="4889704" y="2383534"/>
            <a:ext cx="38066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 I learned an algorithm.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7BCAC7-9746-3084-D20B-C02A99CD59B2}"/>
              </a:ext>
            </a:extLst>
          </p:cNvPr>
          <p:cNvSpPr txBox="1"/>
          <p:nvPr/>
        </p:nvSpPr>
        <p:spPr>
          <a:xfrm>
            <a:off x="2950292" y="4926131"/>
            <a:ext cx="877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PRESENT_SENTENCE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B6EE9-A13A-C353-7C57-19E97573E6EC}"/>
              </a:ext>
            </a:extLst>
          </p:cNvPr>
          <p:cNvSpPr txBox="1"/>
          <p:nvPr/>
        </p:nvSpPr>
        <p:spPr>
          <a:xfrm>
            <a:off x="4819651" y="4057650"/>
            <a:ext cx="219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एल्गोरिदम, അൽഗോരിതം,</a:t>
            </a:r>
            <a:br>
              <a:rPr lang="en-GB" b="1" dirty="0"/>
            </a:br>
            <a:r>
              <a:rPr lang="en-GB" b="1" dirty="0"/>
              <a:t>அல்காரிதம்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9B56-9DFE-47C2-5021-87EA5CA59DD7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1/20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0F27BC-5AF1-DB1A-0866-514662520B18}"/>
              </a:ext>
            </a:extLst>
          </p:cNvPr>
          <p:cNvSpPr txBox="1"/>
          <p:nvPr/>
        </p:nvSpPr>
        <p:spPr>
          <a:xfrm>
            <a:off x="3343716" y="5465198"/>
            <a:ext cx="27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 use an algorithm to solve the problem.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/ˈælɡəˌrɪðəm/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7400" b="0" i="0" u="none" dirty="0">
                <a:solidFill>
                  <a:srgbClr val="0F172A"/>
                </a:solidFill>
                <a:latin typeface="Poppins ExtraBold"/>
              </a:rPr>
              <a:t>Algorithm</a:t>
            </a:r>
            <a:endParaRPr sz="74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700" b="1" i="0" u="none" dirty="0">
                <a:solidFill>
                  <a:srgbClr val="1E293B"/>
                </a:solidFill>
                <a:latin typeface="Poppins"/>
              </a:rPr>
              <a:t>A step-by-step procedure used to solve a problem.</a:t>
            </a:r>
            <a:endParaRPr sz="27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C39D6-270D-1294-4906-0E9A9A39D6FB}"/>
              </a:ext>
            </a:extLst>
          </p:cNvPr>
          <p:cNvSpPr txBox="1"/>
          <p:nvPr/>
        </p:nvSpPr>
        <p:spPr>
          <a:xfrm>
            <a:off x="4889704" y="2383534"/>
            <a:ext cx="38066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dirty="0"/>
              <a:t>
</a:t>
            </a:r>
            <a:r>
              <a:rPr sz="24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24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24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24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 I learned an algorithm.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A6551E-71B7-996E-87B0-BAA17D8A415B}"/>
              </a:ext>
            </a:extLst>
          </p:cNvPr>
          <p:cNvSpPr txBox="1"/>
          <p:nvPr/>
        </p:nvSpPr>
        <p:spPr>
          <a:xfrm>
            <a:off x="2950292" y="4926131"/>
            <a:ext cx="877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PRESENT_SENTENCE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19EB7-F939-9669-5498-08964765C4AB}"/>
              </a:ext>
            </a:extLst>
          </p:cNvPr>
          <p:cNvSpPr txBox="1"/>
          <p:nvPr/>
        </p:nvSpPr>
        <p:spPr>
          <a:xfrm>
            <a:off x="3702767" y="5619955"/>
            <a:ext cx="756008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F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UTURE</a:t>
            </a:r>
            <a:r>
              <a:rPr lang="en-GB" sz="2400" dirty="0">
                <a:solidFill>
                  <a:srgbClr val="2A3644"/>
                </a:solidFill>
                <a:latin typeface="Poppins ExtraBold"/>
              </a:rPr>
              <a:t>_SENTENCE</a:t>
            </a:r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B2766-06EB-ACF1-5F47-992137BDF7AC}"/>
              </a:ext>
            </a:extLst>
          </p:cNvPr>
          <p:cNvSpPr txBox="1"/>
          <p:nvPr/>
        </p:nvSpPr>
        <p:spPr>
          <a:xfrm>
            <a:off x="3794329" y="2583039"/>
            <a:ext cx="219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एल्गोरिदम, അൽഗോരിതം,</a:t>
            </a:r>
            <a:br>
              <a:rPr lang="en-GB" b="1" dirty="0"/>
            </a:br>
            <a:r>
              <a:rPr lang="en-GB" b="1" dirty="0"/>
              <a:t>அல்காரிதம்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DFC54-52D3-1CC7-0794-2AB566E6EA0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1/20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3191316" y="5312798"/>
            <a:ext cx="27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 use an algorithm to solve the problem.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4276419" y="6006622"/>
            <a:ext cx="27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Tomorrow I will study a new algorithm.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309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7</cp:revision>
  <dcterms:created xsi:type="dcterms:W3CDTF">2013-01-27T09:14:16Z</dcterms:created>
  <dcterms:modified xsi:type="dcterms:W3CDTF">2026-07-30T17:43:49Z</dcterms:modified>
  <cp:category/>
</cp:coreProperties>
</file>