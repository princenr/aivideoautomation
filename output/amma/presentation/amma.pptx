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63" r:id="rId4"/>
    <p:sldId id="264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3644"/>
    <a:srgbClr val="64748B"/>
    <a:srgbClr val="475569"/>
    <a:srgbClr val="1C1C1C"/>
    <a:srgbClr val="2F4F4F"/>
    <a:srgbClr val="1E293B"/>
    <a:srgbClr val="1F1B1D"/>
    <a:srgbClr val="616161"/>
    <a:srgbClr val="201A1E"/>
    <a:srgbClr val="472D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microsoft.com/office/2007/relationships/media" Target="../media/media2.mp3"/><Relationship Id="rId7" Type="http://schemas.openxmlformats.org/officeDocument/2006/relationships/image" Target="../media/image2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4.jpg"/><Relationship Id="rId4" Type="http://schemas.openxmlformats.org/officeDocument/2006/relationships/audio" Target="../media/media2.mp3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7.xml"/><Relationship Id="rId7" Type="http://schemas.microsoft.com/office/2007/relationships/hdphoto" Target="../media/hdphoto1.wdp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maternal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Relating to or characteristic of a mother.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97AB29-D224-5631-2BF3-17C2CE43B15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C637730-1B9E-59C6-288A-947E01A8B96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537A4F-4D0A-BFF3-9AE8-11D8B8210CD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मातृक,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മാതൃപരമായ,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தாய்க்குரிய</a:t>
            </a:r>
            <a:endParaRPr lang="en-IN" b="1" dirty="0">
              <a:solidFill>
                <a:srgbClr val="475569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46E987-1B6A-FE97-9592-C215495A06B3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ED7E96-20C9-C5ED-2E4C-C2B78876EA54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/məˈtɜːr.nəl/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18" name="Picture 17" descr="00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4" name="pronunciation">
            <a:hlinkClick r:id="" action="ppaction://media"/>
            <a:extLst>
              <a:ext uri="{FF2B5EF4-FFF2-40B4-BE49-F238E27FC236}">
                <a16:creationId xmlns:a16="http://schemas.microsoft.com/office/drawing/2014/main" id="{D598E81D-A6D9-5B16-0D78-72C028268B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6" name="pronunciation">
            <a:hlinkClick r:id="" action="ppaction://media"/>
            <a:extLst>
              <a:ext uri="{FF2B5EF4-FFF2-40B4-BE49-F238E27FC236}">
                <a16:creationId xmlns:a16="http://schemas.microsoft.com/office/drawing/2014/main" id="{0464219D-0F6B-00E0-64C1-8F711C95FDD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9" name="meaning">
            <a:hlinkClick r:id="" action="ppaction://media"/>
            <a:extLst>
              <a:ext uri="{FF2B5EF4-FFF2-40B4-BE49-F238E27FC236}">
                <a16:creationId xmlns:a16="http://schemas.microsoft.com/office/drawing/2014/main" id="{5D6362DB-9889-380D-C998-4EFA1B28A750}"/>
              </a:ext>
            </a:extLst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02"/>
    </mc:Choice>
    <mc:Fallback>
      <p:transition spd="slow" advTm="58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492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784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30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769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7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audio>
              <p:cMediaNode vol="8000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3" dur="9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2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9" dur="2795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audio>
              <p:cMediaNode vol="80000">
                <p:cTn id="3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A1FAF-FDF6-D262-4A6E-8F98ACE4A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DA81A8A7-71C2-A8EE-E03C-BD486F868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A1C92A-00A5-A774-61BC-3DADB71CCAEC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5EB1EB-12A8-4C78-7555-C064C72F1E0A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/məˈtɜːr.nəl/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E92E79E2-5CAD-D379-5C20-8A1707B00B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967A89-D0B6-0911-7979-8252ABD5BB96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maternal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2C42FA-D19F-3E1A-4385-361C1AE5B3B6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Relating to or characteristic of a mother.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BA704EA-DBA6-7A74-1E29-E0E399DC9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423991E-464C-988E-7B7C-445D9C180856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EB2755-2C05-216C-E7F7-E2AE9F2E1A93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kind woman displayed deep maternal love to the orphaned child.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70CE9C-16FA-6AB7-2AEC-05853ABB59B8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F94828-D644-2796-92D6-FAF160DB0C25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मातृक,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മാതൃപരമായ,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தாய்க்குரிய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0" name="Picture 19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ast_sentence">
            <a:hlinkClick r:id="" action="ppaction://media"/>
            <a:extLst>
              <a:ext uri="{FF2B5EF4-FFF2-40B4-BE49-F238E27FC236}">
                <a16:creationId xmlns:a16="http://schemas.microsoft.com/office/drawing/2014/main" id="{D4ADA316-585B-F49A-7AED-D74D302E117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33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15"/>
    </mc:Choice>
    <mc:Fallback>
      <p:transition spd="slow" advTm="49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44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A4F9D1-DD01-2A0C-BA1C-F5AE3F2DD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1B1DB53D-A1BD-2743-4573-1146636AF1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C5957D-72BF-A1C1-2CDF-3D465AEF83B5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401A7-5F33-EF8A-B948-FFD601450D38}"/>
              </a:ext>
            </a:extLst>
          </p:cNvPr>
          <p:cNvSpPr txBox="1"/>
          <p:nvPr/>
        </p:nvSpPr>
        <p:spPr>
          <a:xfrm>
            <a:off x="7277098" y="1425516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/məˈtɜːr.nəl/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F373F6F7-FF94-4E2E-08A0-C01BE84F1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94D832-421C-0BB8-B4EF-2E8C316DDE0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maternal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53BDB0-0299-1C06-2767-B086D47E946D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Relating to or characteristic of a mother.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892612-1B2E-1773-39E7-B2EC7757F3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820A38-01D4-E7ED-BDB7-553169751532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8D98F2-5A50-2D14-CF77-9338B044F8B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kind woman displayed deep maternal love to the orphaned child.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D4EDAF-AC6D-61E3-3AE8-5AF4B7AA566D}"/>
              </a:ext>
            </a:extLst>
          </p:cNvPr>
          <p:cNvSpPr txBox="1"/>
          <p:nvPr/>
        </p:nvSpPr>
        <p:spPr>
          <a:xfrm>
            <a:off x="2895599" y="4948361"/>
            <a:ext cx="866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shows strong maternal instincts toward her young children every day.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958E69-D62B-402C-537C-2585F5407329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98B3D8-B85C-5D71-F240-2608622284BF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मातृक,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മാതൃപരമായ,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தாய்க்குரிய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3" name="Picture 22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present_sentence">
            <a:hlinkClick r:id="" action="ppaction://media"/>
            <a:extLst>
              <a:ext uri="{FF2B5EF4-FFF2-40B4-BE49-F238E27FC236}">
                <a16:creationId xmlns:a16="http://schemas.microsoft.com/office/drawing/2014/main" id="{E7F88244-1931-D33A-8A65-123FE807A61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0230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76"/>
    </mc:Choice>
    <mc:Fallback>
      <p:transition spd="slow" advTm="517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47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3B76A-1DDC-E908-B715-4D5AD5C46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4C255B0C-908B-760D-5C59-55332535C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D54AEB-14D2-6B3E-61DD-29C1EC335912}"/>
              </a:ext>
            </a:extLst>
          </p:cNvPr>
          <p:cNvSpPr txBox="1"/>
          <p:nvPr/>
        </p:nvSpPr>
        <p:spPr>
          <a:xfrm>
            <a:off x="247650" y="6415087"/>
            <a:ext cx="369570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2563EB"/>
                </a:solidFill>
                <a:latin typeface="Poppins SemiBold"/>
              </a:rPr>
              <a:t>█████░░░░░░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EFFF9-A6D7-E055-48B4-F328F40CD214}"/>
              </a:ext>
            </a:extLst>
          </p:cNvPr>
          <p:cNvSpPr txBox="1"/>
          <p:nvPr/>
        </p:nvSpPr>
        <p:spPr>
          <a:xfrm>
            <a:off x="7277098" y="1435579"/>
            <a:ext cx="2838451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GB" sz="1650" dirty="0">
                <a:solidFill>
                  <a:srgbClr val="472D33"/>
                </a:solidFill>
                <a:latin typeface="Poppins ExtraBold"/>
              </a:rPr>
              <a:t>/məˈtɜːr.nəl/</a:t>
            </a:r>
            <a:endParaRPr sz="1650" u="none" dirty="0">
              <a:solidFill>
                <a:srgbClr val="472D33"/>
              </a:solidFill>
              <a:latin typeface="Poppins ExtraBold"/>
            </a:endParaRPr>
          </a:p>
        </p:txBody>
      </p:sp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5329CAB9-5A4C-4E45-9F44-064B8C9040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1858" y="5448760"/>
            <a:ext cx="611136" cy="4753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E19242B-B8EF-E742-6363-D66D6E904EA3}"/>
              </a:ext>
            </a:extLst>
          </p:cNvPr>
          <p:cNvSpPr txBox="1"/>
          <p:nvPr/>
        </p:nvSpPr>
        <p:spPr>
          <a:xfrm>
            <a:off x="5869858" y="380999"/>
            <a:ext cx="5781368" cy="11122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075"/>
              </a:lnSpc>
            </a:pPr>
            <a:r>
              <a:rPr lang="en-GB" sz="6600" b="0" i="0" u="none" dirty="0">
                <a:solidFill>
                  <a:srgbClr val="0F172A"/>
                </a:solidFill>
                <a:latin typeface="Poppins ExtraBold"/>
              </a:rPr>
              <a:t>maternal</a:t>
            </a:r>
            <a:endParaRPr sz="6600" b="0" i="0" u="none" dirty="0">
              <a:solidFill>
                <a:srgbClr val="0F172A"/>
              </a:solidFill>
              <a:latin typeface="Poppins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FA01F0-8011-B7A8-5886-E85AF764AA61}"/>
              </a:ext>
            </a:extLst>
          </p:cNvPr>
          <p:cNvSpPr txBox="1"/>
          <p:nvPr/>
        </p:nvSpPr>
        <p:spPr>
          <a:xfrm>
            <a:off x="5652935" y="1760255"/>
            <a:ext cx="5998291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GB" sz="2000" b="1" i="0" u="none" dirty="0">
                <a:solidFill>
                  <a:srgbClr val="1E293B"/>
                </a:solidFill>
                <a:latin typeface="Poppins"/>
              </a:rPr>
              <a:t>Relating to or characteristic of a mother.</a:t>
            </a:r>
            <a:endParaRPr sz="2000" b="1" i="0" u="none" dirty="0">
              <a:solidFill>
                <a:srgbClr val="1E293B"/>
              </a:solidFill>
              <a:latin typeface="Poppin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D9AD66-C36B-CDA3-60DF-3DE8F5302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70176" y="5804621"/>
            <a:ext cx="1714500" cy="9351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7578E5-5932-FA5C-39E7-2BE2D9C2CF6B}"/>
              </a:ext>
            </a:extLst>
          </p:cNvPr>
          <p:cNvSpPr txBox="1"/>
          <p:nvPr/>
        </p:nvSpPr>
        <p:spPr>
          <a:xfrm>
            <a:off x="8779074" y="2383534"/>
            <a:ext cx="3412926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  <a:r>
              <a:rPr sz="1600" b="1" dirty="0"/>
              <a:t>
</a:t>
            </a:r>
            <a:r>
              <a:rPr sz="2000" b="1" dirty="0">
                <a:solidFill>
                  <a:srgbClr val="475569"/>
                </a:solidFill>
                <a:latin typeface="Noto Sans SemiBold"/>
              </a:rPr>
              <a:t>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34DFEC-C01E-8667-4AB0-67B44270F3F0}"/>
              </a:ext>
            </a:extLst>
          </p:cNvPr>
          <p:cNvSpPr txBox="1"/>
          <p:nvPr/>
        </p:nvSpPr>
        <p:spPr>
          <a:xfrm>
            <a:off x="2006242" y="4194646"/>
            <a:ext cx="9644983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GB" sz="2400" b="0" i="0" u="none" dirty="0">
                <a:solidFill>
                  <a:srgbClr val="2A3644"/>
                </a:solidFill>
                <a:latin typeface="Poppins ExtraBold"/>
              </a:rPr>
              <a:t>The kind woman displayed deep maternal love to the orphaned child.</a:t>
            </a:r>
            <a:endParaRPr sz="2400" b="0" i="0" u="none" dirty="0">
              <a:solidFill>
                <a:srgbClr val="2A3644"/>
              </a:solidFill>
              <a:latin typeface="Poppins Extra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52620E-AE51-05B1-BFE9-0843E5D61517}"/>
              </a:ext>
            </a:extLst>
          </p:cNvPr>
          <p:cNvSpPr txBox="1"/>
          <p:nvPr/>
        </p:nvSpPr>
        <p:spPr>
          <a:xfrm>
            <a:off x="2895599" y="4948361"/>
            <a:ext cx="807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shows strong maternal instincts toward her young children every day.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99948D-503D-1BC8-A206-EA54AED1F16D}"/>
              </a:ext>
            </a:extLst>
          </p:cNvPr>
          <p:cNvSpPr txBox="1"/>
          <p:nvPr/>
        </p:nvSpPr>
        <p:spPr>
          <a:xfrm>
            <a:off x="3794638" y="5554756"/>
            <a:ext cx="74682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2A3644"/>
                </a:solidFill>
                <a:latin typeface="Poppins ExtraBold" panose="00000900000000000000" pitchFamily="2" charset="0"/>
                <a:cs typeface="Poppins ExtraBold" panose="00000900000000000000" pitchFamily="2" charset="0"/>
              </a:rPr>
              <a:t>She will express her maternal care when the new baby arrives.</a:t>
            </a:r>
            <a:endParaRPr lang="en-IN" sz="2400" b="1" dirty="0">
              <a:solidFill>
                <a:srgbClr val="2A3644"/>
              </a:solidFill>
              <a:latin typeface="Poppins ExtraBold" panose="00000900000000000000" pitchFamily="2" charset="0"/>
              <a:cs typeface="Poppins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B5960A-98FD-C624-A616-C23C3B183BE0}"/>
              </a:ext>
            </a:extLst>
          </p:cNvPr>
          <p:cNvSpPr txBox="1"/>
          <p:nvPr/>
        </p:nvSpPr>
        <p:spPr>
          <a:xfrm>
            <a:off x="314325" y="6055475"/>
            <a:ext cx="238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64748B"/>
                </a:solidFill>
              </a:rPr>
              <a:t>1/1</a:t>
            </a:r>
            <a:endParaRPr lang="en-IN" b="1" dirty="0">
              <a:solidFill>
                <a:srgbClr val="64748B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AE4CF2-87B2-9E90-5571-EBB293BCDA70}"/>
              </a:ext>
            </a:extLst>
          </p:cNvPr>
          <p:cNvSpPr txBox="1"/>
          <p:nvPr/>
        </p:nvSpPr>
        <p:spPr>
          <a:xfrm>
            <a:off x="4567832" y="2392569"/>
            <a:ext cx="47236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solidFill>
                  <a:srgbClr val="475569"/>
                </a:solidFill>
              </a:rPr>
              <a:t>मातृक,</a:t>
            </a:r>
          </a:p>
          <a:p>
            <a:pPr algn="ctr"/>
            <a:r>
              <a:rPr lang="en-GB" b="1" dirty="0">
                <a:solidFill>
                  <a:srgbClr val="475569"/>
                </a:solidFill>
              </a:rPr>
              <a:t> മാതൃപരമായ,</a:t>
            </a:r>
            <a:br>
              <a:rPr lang="en-GB" b="1" dirty="0">
                <a:solidFill>
                  <a:srgbClr val="475569"/>
                </a:solidFill>
              </a:rPr>
            </a:br>
            <a:r>
              <a:rPr lang="en-GB" b="1" dirty="0">
                <a:solidFill>
                  <a:srgbClr val="475569"/>
                </a:solidFill>
              </a:rPr>
              <a:t>தாய்க்குரிய</a:t>
            </a:r>
            <a:endParaRPr lang="en-IN" b="1" dirty="0">
              <a:solidFill>
                <a:srgbClr val="475569"/>
              </a:solidFill>
            </a:endParaRPr>
          </a:p>
        </p:txBody>
      </p:sp>
      <p:pic>
        <p:nvPicPr>
          <p:cNvPr id="21" name="Picture 20" descr="001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3367" y="728662"/>
            <a:ext cx="3344465" cy="2828776"/>
          </a:xfrm>
          <a:prstGeom prst="rect">
            <a:avLst/>
          </a:prstGeom>
        </p:spPr>
      </p:pic>
      <p:pic>
        <p:nvPicPr>
          <p:cNvPr id="6" name="future_sentence">
            <a:hlinkClick r:id="" action="ppaction://media"/>
            <a:extLst>
              <a:ext uri="{FF2B5EF4-FFF2-40B4-BE49-F238E27FC236}">
                <a16:creationId xmlns:a16="http://schemas.microsoft.com/office/drawing/2014/main" id="{09A2BAD7-1452-1093-7DDF-EC93A580F99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14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79"/>
    </mc:Choice>
    <mc:Fallback>
      <p:transition spd="slow" advTm="4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57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360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audio>
              <p:cMediaNode vol="80000">
                <p:cTn id="1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188</Words>
  <Application>Microsoft Office PowerPoint</Application>
  <PresentationFormat>Widescreen</PresentationFormat>
  <Paragraphs>38</Paragraphs>
  <Slides>4</Slides>
  <Notes>0</Notes>
  <HiddenSlides>0</HiddenSlides>
  <MMClips>6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Noto Sans SemiBold</vt:lpstr>
      <vt:lpstr>Poppins</vt:lpstr>
      <vt:lpstr>Poppins ExtraBold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Prince N R</cp:lastModifiedBy>
  <cp:revision>12</cp:revision>
  <dcterms:created xsi:type="dcterms:W3CDTF">2013-01-27T09:14:16Z</dcterms:created>
  <dcterms:modified xsi:type="dcterms:W3CDTF">2026-08-12T16:45:10Z</dcterms:modified>
  <cp:category/>
</cp:coreProperties>
</file>