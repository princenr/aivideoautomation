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7.mp3"/><Relationship Id="rId7" Type="http://schemas.openxmlformats.org/officeDocument/2006/relationships/image" Target="../media/image2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7.mp3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jp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2.mp3"/><Relationship Id="rId7" Type="http://schemas.openxmlformats.org/officeDocument/2006/relationships/image" Target="../media/image2.pn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2.mp3"/><Relationship Id="rId9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Spatula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broad, flat, flexible blade used to mix, spread, or lift food.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पलटा,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സ്പാറ്റുല,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துடுப்பு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/ˈspætʃ.ə.lə/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369CBC54-E853-6116-D780-10F1C514D9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0D3CB2A5-E5D6-C61B-092A-7CAF97BE33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534CD5BF-AEB8-5ED0-3CAE-C34FF6AB543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69"/>
    </mc:Choice>
    <mc:Fallback>
      <p:transition spd="slow" advTm="73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4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1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68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44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446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/ˈspætʃ.ə.lə/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Spatula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broad, flat, flexible blade used to mix, spread, or lift food.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He flipped the pancake carefully using a wide wooden spatula yesterday morning.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पलटा,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സ്പാറ്റുല,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துடுப்பு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D84E0570-3965-2A49-183E-CEEE8D128A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41"/>
    </mc:Choice>
    <mc:Fallback>
      <p:transition spd="slow" advTm="49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4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/ˈspætʃ.ə.lə/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Spatula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broad, flat, flexible blade used to mix, spread, or lift food.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He flipped the pancake carefully using a wide wooden spatula yesterday morning.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She uses a flexible rubber spatula to scrape the cake batter from the bowl.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पलटा,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സ്പാറ്റുല,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துடுப்பு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EF3CAE17-59B1-F113-6354-0AC99A84F1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77"/>
    </mc:Choice>
    <mc:Fallback>
      <p:transition spd="slow" advTm="5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7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3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/ˈspætʃ.ə.lə/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Spatula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broad, flat, flexible blade used to mix, spread, or lift food.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He flipped the pancake carefully using a wide wooden spatula yesterday morning.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She uses a flexible rubber spatula to scrape the cake batter from the bowl.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I will buy a heat resistant silicone spatula for baking cookies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पलटा,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സ്പാറ്റുല,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துடுப்பு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4A327D3B-09F8-72E7-C995-E89046A105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59"/>
    </mc:Choice>
    <mc:Fallback>
      <p:transition spd="slow" advTm="53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8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Ladle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large long-handled spoon with a deep bowl for serving soup.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करछुल,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കരണ്ടി,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அகப்பை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/ˈleɪ.dəl/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5" name="pronunciation">
            <a:hlinkClick r:id="" action="ppaction://media"/>
            <a:extLst>
              <a:ext uri="{FF2B5EF4-FFF2-40B4-BE49-F238E27FC236}">
                <a16:creationId xmlns:a16="http://schemas.microsoft.com/office/drawing/2014/main" id="{26451948-A956-94C4-4ED8-8D09C4769D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7BBB6FC3-7451-F939-8F0B-D1F362F038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1" name="meaning">
            <a:hlinkClick r:id="" action="ppaction://media"/>
            <a:extLst>
              <a:ext uri="{FF2B5EF4-FFF2-40B4-BE49-F238E27FC236}">
                <a16:creationId xmlns:a16="http://schemas.microsoft.com/office/drawing/2014/main" id="{01D89AFE-6C27-2329-8194-5C907CDAFD5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21"/>
    </mc:Choice>
    <mc:Fallback>
      <p:transition spd="slow" advTm="68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8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8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7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99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8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8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402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/ˈleɪ.dəl/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Ladle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large long-handled spoon with a deep bowl for serving soup.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chef poured warm gravy over the mashed potatoes using a big ladle.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करछुल,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കരണ്ടി,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அகப்பை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F39776CB-ECF9-D3ED-8D64-D5885E5CA2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93"/>
    </mc:Choice>
    <mc:Fallback>
      <p:transition spd="slow" advTm="49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5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/ˈleɪ.dəl/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Ladle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large long-handled spoon with a deep bowl for serving soup.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chef poured warm gravy over the mashed potatoes using a big ladle.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She serves hot vegetable soup to the guests with a stainless steel ladle.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करछुल,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കരണ്ടി,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அகப்பை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4DDDFD1A-246E-92A5-E4DE-EDD8047E87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15"/>
    </mc:Choice>
    <mc:Fallback>
      <p:transition spd="slow" advTm="49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4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/ˈleɪ.dəl/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Ladle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large long-handled spoon with a deep bowl for serving soup.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chef poured warm gravy over the mashed potatoes using a big ladle.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She serves hot vegetable soup to the guests with a stainless steel ladle.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We will need a large ladle to serve the stew at dinner tonight.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करछुल,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കരണ്ടി,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அகப்பை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FB8533CA-FB38-37F8-DBA4-AE2D69E54E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40"/>
    </mc:Choice>
    <mc:Fallback>
      <p:transition spd="slow" advTm="43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8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Colander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perforated bowl used to drain liquid from washed or cooked food.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छलनी,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അരിപ്പ,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வடிகட்டி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/ˈkɒl.ɪn.dər/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5" name="pronunciation">
            <a:hlinkClick r:id="" action="ppaction://media"/>
            <a:extLst>
              <a:ext uri="{FF2B5EF4-FFF2-40B4-BE49-F238E27FC236}">
                <a16:creationId xmlns:a16="http://schemas.microsoft.com/office/drawing/2014/main" id="{7F3AC030-266B-ED7E-6099-7DF01687A1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2DB44C43-3100-1E60-9912-58FAAEDB83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1" name="meaning">
            <a:hlinkClick r:id="" action="ppaction://media"/>
            <a:extLst>
              <a:ext uri="{FF2B5EF4-FFF2-40B4-BE49-F238E27FC236}">
                <a16:creationId xmlns:a16="http://schemas.microsoft.com/office/drawing/2014/main" id="{68B272F8-7413-9286-86D9-7BBDF2A4EC9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57"/>
    </mc:Choice>
    <mc:Fallback>
      <p:transition spd="slow" advTm="76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9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7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62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4649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/ˈkɒl.ɪn.dər/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Colander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perforated bowl used to drain liquid from washed or cooked food.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He poured the hot boiled pasta into a metal colander to drain.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छलनी,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അരിപ്പ,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வடிகட்டி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BA6D0047-BE82-4398-4F8E-1F0D188B92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75"/>
    </mc:Choice>
    <mc:Fallback>
      <p:transition spd="slow" advTm="45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1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/ˈkɒl.ɪn.dər/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Colander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perforated bowl used to drain liquid from washed or cooked food.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He poured the hot boiled pasta into a metal colander to drain.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Mom usually rinses fresh berries inside a plastic colander under cold water.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छलनी,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അരിപ്പ,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வடிகட்டி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ACCA387C-E6B9-9791-E254-9A7ACE9179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16"/>
    </mc:Choice>
    <mc:Fallback>
      <p:transition spd="slow" advTm="55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0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/ˈkɒl.ɪn.dər/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Colander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A perforated bowl used to drain liquid from washed or cooked food.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He poured the hot boiled pasta into a metal colander to drain.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Mom usually rinses fresh berries inside a plastic colander under cold water.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She will place the washed vegetables in a colander to drain completely.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छलनी,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അരിപ്പ,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வடிகட்டி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FB1234DF-6170-A6DE-DB23-63F2D1A62B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62"/>
    </mc:Choice>
    <mc:Fallback>
      <p:transition spd="slow" advTm="48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38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668</Words>
  <Application>Microsoft Office PowerPoint</Application>
  <PresentationFormat>Widescreen</PresentationFormat>
  <Paragraphs>114</Paragraphs>
  <Slides>12</Slides>
  <Notes>0</Notes>
  <HiddenSlides>0</HiddenSlides>
  <MMClips>18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2026-08-11T05:40:04Z</dcterms:modified>
  <cp:category/>
</cp:coreProperties>
</file>