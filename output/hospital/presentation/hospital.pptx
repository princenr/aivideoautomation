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surgeon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doctor who is specially trained to perform medical operations.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शल्य चिकित्सक,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ശസ്ത്രക്രിയാവിദഗ്ദ്ധൻ,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அறுவை சிகிச்சை நிபுணர்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/ˈsɜː.dʒən/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14636EA-B20A-2C70-1B85-D0F388646B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DF4CB08-2379-294D-36D8-399A616B47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96D125E6-B7C8-ED0C-A5DF-5BEBA1359D5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51"/>
    </mc:Choice>
    <mc:Fallback>
      <p:transition spd="slow" advTm="69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8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02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404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/ˈsɜː.dʒən/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surgeon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doctor who is specially trained to perform medical operations.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surgeon completed the complex heart surgery successfully late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शल्य चिकित्सक,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ശസ്ത്രക്രിയാവിദഗ്ദ്ധൻ,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அறுவை சிகிச்சை நிபுணர்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C4D6E8C3-29C0-AC15-460F-F4DF248A8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76"/>
    </mc:Choice>
    <mc:Fallback>
      <p:transition spd="slow" advTm="5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/ˈsɜː.dʒən/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surgeon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doctor who is specially trained to perform medical operations.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surgeon completed the complex heart surgery successfully late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experienced surgeon performs critical operations at the hospital every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शल्य चिकित्सक,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ശസ്ത്രക്രിയാവിദഗ്ദ്ധൻ,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அறுவை சிகிச்சை நிபுணர்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59036B18-13E5-CC5A-FE66-B806A56993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6"/>
    </mc:Choice>
    <mc:Fallback>
      <p:transition spd="slow" advTm="5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/ˈsɜː.dʒən/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surgeon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doctor who is specially trained to perform medical operations.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surgeon completed the complex heart surgery successfully late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experienced surgeon performs critical operations at the hospital every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chief surgeon will explain the procedure to the patient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शल्य चिकित्सक,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ശസ്ത്രക്രിയാവിദഗ്ദ്ധൻ,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அறுவை சிகிச்சை நிபுணர்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251EB0AE-E9EB-7037-168B-FA11DE334C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7"/>
    </mc:Choice>
    <mc:Fallback>
      <p:transition spd="slow" advTm="4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1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208</Words>
  <Application>Microsoft Office PowerPoint</Application>
  <PresentationFormat>Widescreen</PresentationFormat>
  <Paragraphs>38</Paragraphs>
  <Slides>4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2026-08-11T06:28:24Z</dcterms:modified>
  <cp:category/>
</cp:coreProperties>
</file>