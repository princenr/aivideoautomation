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jpg"/><Relationship Id="rId8" Type="http://schemas.microsoft.com/office/2007/relationships/media" Target="../media/media1.mp3"/><Relationship Id="rId9" Type="http://schemas.openxmlformats.org/officeDocument/2006/relationships/video" Target="../media/media1.mp3"/><Relationship Id="rId10" Type="http://schemas.openxmlformats.org/officeDocument/2006/relationships/image" Target="../media/image6.png"/><Relationship Id="rId11" Type="http://schemas.microsoft.com/office/2007/relationships/media" Target="../media/media2.mp3"/><Relationship Id="rId12" Type="http://schemas.openxmlformats.org/officeDocument/2006/relationships/video" Target="../media/media2.mp3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jpg"/><Relationship Id="rId8" Type="http://schemas.microsoft.com/office/2007/relationships/media" Target="../media/media3.mp3"/><Relationship Id="rId9" Type="http://schemas.openxmlformats.org/officeDocument/2006/relationships/video" Target="../media/media3.mp3"/><Relationship Id="rId10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jpg"/><Relationship Id="rId8" Type="http://schemas.microsoft.com/office/2007/relationships/media" Target="../media/media3.mp3"/><Relationship Id="rId9" Type="http://schemas.openxmlformats.org/officeDocument/2006/relationships/video" Target="../media/media3.mp3"/><Relationship Id="rId10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jpg"/><Relationship Id="rId8" Type="http://schemas.microsoft.com/office/2007/relationships/media" Target="../media/media4.mp3"/><Relationship Id="rId9" Type="http://schemas.openxmlformats.org/officeDocument/2006/relationships/video" Target="../media/media4.mp3"/><Relationship Id="rId10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microsoft.com/office/2007/relationships/media" Target="../media/media5.mp3"/><Relationship Id="rId8" Type="http://schemas.openxmlformats.org/officeDocument/2006/relationships/video" Target="../media/media5.mp3"/><Relationship Id="rId9" Type="http://schemas.openxmlformats.org/officeDocument/2006/relationships/image" Target="../media/image6.png"/><Relationship Id="rId10" Type="http://schemas.microsoft.com/office/2007/relationships/media" Target="../media/media6.mp3"/><Relationship Id="rId11" Type="http://schemas.openxmlformats.org/officeDocument/2006/relationships/video" Target="../media/media6.mp3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microsoft.com/office/2007/relationships/media" Target="../media/media7.mp3"/><Relationship Id="rId8" Type="http://schemas.openxmlformats.org/officeDocument/2006/relationships/video" Target="../media/media7.mp3"/><Relationship Id="rId9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microsoft.com/office/2007/relationships/media" Target="../media/media7.mp3"/><Relationship Id="rId8" Type="http://schemas.openxmlformats.org/officeDocument/2006/relationships/video" Target="../media/media7.mp3"/><Relationship Id="rId9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microsoft.com/office/2007/relationships/media" Target="../media/media8.mp3"/><Relationship Id="rId8" Type="http://schemas.openxmlformats.org/officeDocument/2006/relationships/video" Target="../media/media8.mp3"/><Relationship Id="rId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jpg"/><Relationship Id="rId7" Type="http://schemas.microsoft.com/office/2007/relationships/media" Target="../media/media9.mp3"/><Relationship Id="rId8" Type="http://schemas.openxmlformats.org/officeDocument/2006/relationships/video" Target="../media/media9.mp3"/><Relationship Id="rId9" Type="http://schemas.openxmlformats.org/officeDocument/2006/relationships/image" Target="../media/image6.png"/><Relationship Id="rId10" Type="http://schemas.microsoft.com/office/2007/relationships/media" Target="../media/media10.mp3"/><Relationship Id="rId11" Type="http://schemas.openxmlformats.org/officeDocument/2006/relationships/video" Target="../media/media10.mp3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jpg"/><Relationship Id="rId7" Type="http://schemas.microsoft.com/office/2007/relationships/media" Target="../media/media11.mp3"/><Relationship Id="rId8" Type="http://schemas.openxmlformats.org/officeDocument/2006/relationships/video" Target="../media/media11.mp3"/><Relationship Id="rId9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jpg"/><Relationship Id="rId7" Type="http://schemas.microsoft.com/office/2007/relationships/media" Target="../media/media11.mp3"/><Relationship Id="rId8" Type="http://schemas.openxmlformats.org/officeDocument/2006/relationships/video" Target="../media/media11.mp3"/><Relationship Id="rId9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jpg"/><Relationship Id="rId7" Type="http://schemas.microsoft.com/office/2007/relationships/media" Target="../media/media12.mp3"/><Relationship Id="rId8" Type="http://schemas.openxmlformats.org/officeDocument/2006/relationships/video" Target="../media/media12.mp3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/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210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11</cp:revision>
  <dcterms:created xsi:type="dcterms:W3CDTF">2013-01-27T09:14:16Z</dcterms:created>
  <dcterms:modified xsi:type="dcterms:W3CDTF">2026-08-03T11:30:32Z</dcterms:modified>
  <cp:category/>
</cp:coreProperties>
</file>