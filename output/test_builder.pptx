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64748B"/>
    <a:srgbClr val="475569"/>
    <a:srgbClr val="1C1C1C"/>
    <a:srgbClr val="2F4F4F"/>
    <a:srgbClr val="1E293B"/>
    <a:srgbClr val="1F1B1D"/>
    <a:srgbClr val="616161"/>
    <a:srgbClr val="201A1E"/>
    <a:srgbClr val="472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Circuit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complete closed path through which electric current can flow.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परिपथ,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സർക്യൂട്ട്,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மின்சுற்று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/ˈsɜːrkɪt/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/ˈsɜːrkɪt/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Circuit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complete closed path through which electric current can flow.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He designed a complex circuit board for the new smartphone yesterday.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परिपथ,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സർക്യൂട്ട്,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மின்சுற்று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/ˈsɜːrkɪt/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Circuit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complete closed path through which electric current can flow.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He designed a complex circuit board for the new smartphone yesterday.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The engineer checks the circuit to fix the broken electrical connection.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परिपथ,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സർക്യൂട്ട്,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மின்சுற்று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/ˈsɜːrkɪt/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Circuit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complete closed path through which electric current can flow.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He designed a complex circuit board for the new smartphone yesterday.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The engineer checks the circuit to fix the broken electrical connection.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6593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The technician will test the main circuit before turning on the power.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परिपथ,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സർക്യൂട്ട്,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மின்சுற்று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Amplify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increase the strength or volume of an electrical signal.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amplify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amplifies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amplified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बढ़ाना,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വർദ്ധിപ്പിക്കുക,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பெருக்கவும்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/ˈæm.plɪ.faɪ/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/ˈæm.plɪ.faɪ/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Amplify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increase the strength or volume of an electrical signal.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amplify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amplifies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amplified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technician amplified the signal to improve the weak radio reception.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बढ़ाना,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വർദ്ധിപ്പിക്കുക,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பெருக்கவும்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/ˈæm.plɪ.faɪ/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Amplify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increase the strength or volume of an electrical signal.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amplify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amplifies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amplified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technician amplified the signal to improve the weak radio reception.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This small device amplifies audio signals without causing any sound distortion.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बढ़ाना,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വർദ്ധിപ്പിക്കുക,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பெருக்கவும்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/ˈæm.plɪ.faɪ/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Amplify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increase the strength or volume of an electrical signal.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amplify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amplifies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amplified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technician amplified the signal to improve the weak radio reception.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This small device amplifies audio signals without causing any sound distortion.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6593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The new speaker system will amplify sound clearly across the large room.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बढ़ाना,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വർദ്ധിപ്പിക്കുക,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பெருக்கவும்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Conductor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material or device that allows electricity to flow through easily.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चालक,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ചാലകം,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கடத்தி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/kənˈdʌk.tər/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/kənˈdʌk.tər/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Conductor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material or device that allows electricity to flow through easily.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scientist discovered that the new metal acted as an efficient conductor.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चालक,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ചാലകം,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கடத்தி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/kənˈdʌk.tər/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Conductor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material or device that allows electricity to flow through easily.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scientist discovered that the new metal acted as an efficient conductor.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Copper is a good conductor that carries electricity safely in homes.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चालक,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ചാലകം,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கடத்தி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/kənˈdʌk.tər/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Conductor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A material or device that allows electricity to flow through easily.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scientist discovered that the new metal acted as an efficient conductor.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Copper is a good conductor that carries electricity safely in homes.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6593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</a:rPr>
              <a:t>Engineers will use a flexible conductor for the upcoming smart wearable devices.</a:t>
            </a:r>
            <a:endParaRPr lang="en-IN" sz="2400" b="1" dirty="0">
              <a:solidFill>
                <a:srgbClr val="2A3644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चालक,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ചാലകം,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கடத்தி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218</Words>
  <Application>Microsoft Office PowerPoint</Application>
  <PresentationFormat>Widescreen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10</cp:revision>
  <dcterms:created xsi:type="dcterms:W3CDTF">2013-01-27T09:14:16Z</dcterms:created>
  <dcterms:modified xsi:type="dcterms:W3CDTF">2026-08-01T09:28:11Z</dcterms:modified>
  <cp:category/>
</cp:coreProperties>
</file>