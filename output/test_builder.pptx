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644"/>
    <a:srgbClr val="64748B"/>
    <a:srgbClr val="475569"/>
    <a:srgbClr val="1C1C1C"/>
    <a:srgbClr val="2F4F4F"/>
    <a:srgbClr val="1E293B"/>
    <a:srgbClr val="1F1B1D"/>
    <a:srgbClr val="616161"/>
    <a:srgbClr val="201A1E"/>
    <a:srgbClr val="472D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996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Relationship Id="rId7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Relationship Id="rId7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Relationship Id="rId7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Relationship Id="rId7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97AB29-D224-5631-2BF3-17C2CE43B1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A1FAF-FDF6-D262-4A6E-8F98ACE4A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81A8A7-71C2-A8EE-E03C-BD486F868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E92E79E2-5CAD-D379-5C20-8A1707B00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A704EA-DBA6-7A74-1E29-E0E399DC95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local family cultivated organic vegetables on their small farm last year.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33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4F9D1-DD01-2A0C-BA1C-F5AE3F2D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1B1DB53D-A1BD-2743-4573-1146636A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F373F6F7-FF94-4E2E-08A0-C01BE84F1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892612-1B2E-1773-39E7-B2EC7757F3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local family cultivated organic vegetables on their small farm last year.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Farmers cultivate the fertile soil every spring to prepare for planting crops.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023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3B76A-1DDC-E908-B715-4D5AD5C46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C255B0C-908B-760D-5C59-55332535C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329CAB9-5A4C-4E45-9F44-064B8C904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D9AD66-C36B-CDA3-60DF-3DE8F53026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local family cultivated organic vegetables on their small farm last year.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Farmers cultivate the fertile soil every spring to prepare for planting crops.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65937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Next season, our community will cultivate a large field of sweet corn.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314893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tired farmers harvested all the wheat before the heavy rain started.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tired farmers harvested all the wheat before the heavy rain started.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Workers harvest fresh apples from the orchard early in the morning.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tired farmers harvested all the wheat before the heavy rain started.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Workers harvest fresh apples from the orchard early in the morning.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65937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They will harvest the golden grain when it becomes completely ripe tomorrow.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old irrigation system supplied water to all farms in the valley.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old irrigation system supplied water to all farms in the valley.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Modern irrigation provides enough water for crops during dry weather conditions.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old irrigation system supplied water to all farms in the valley.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Modern irrigation provides enough water for crops during dry weather conditions.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65937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A new irrigation project will help farmers grow crops during dry summer.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218</Words>
  <Application>Microsoft Office PowerPoint</Application>
  <PresentationFormat>Widescreen</PresentationFormat>
  <Paragraphs>38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Noto Sans SemiBold</vt:lpstr>
      <vt:lpstr>Poppins</vt:lpstr>
      <vt:lpstr>Poppins ExtraBold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Prince N R</cp:lastModifiedBy>
  <cp:revision>10</cp:revision>
  <dcterms:created xsi:type="dcterms:W3CDTF">2013-01-27T09:14:16Z</dcterms:created>
  <dcterms:modified xsi:type="dcterms:W3CDTF">2026-08-01T09:28:11Z</dcterms:modified>
  <cp:category/>
</cp:coreProperties>
</file>