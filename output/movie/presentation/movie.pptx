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premiere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show or perform a movie for the first time.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प्रीमियर,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പ്രഥമപ്രദർശനം,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முதற்காட்சி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/ˈprɛm.i.ɛər/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BA3E2DFC-3F38-D997-75C3-BCA53773A7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D607D782-46B9-91BA-EF83-9B4CAF784C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D3F112B8-B322-7E45-A6F4-3771C0EBFBE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71"/>
    </mc:Choice>
    <mc:Fallback>
      <p:transition spd="slow" advTm="5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3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66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/ˈprɛm.i.ɛər/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premiere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show or perform a movie for the first time.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director's latest film premiered at the international festival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प्रीमियर,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പ്രഥമപ്രദർശനം,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முதற்காட்சி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E0F7C90E-3C28-D468-8898-4CAAE1F946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41"/>
    </mc:Choice>
    <mc:Fallback>
      <p:transition spd="slow" advTm="49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/ˈprɛm.i.ɛər/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premiere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show or perform a movie for the first time.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director's latest film premiered at the international festival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new action movie premieres in theaters across the country tonight.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प्रीमियर,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പ്രഥമപ്രദർശനം,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முதற்காட்சி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4C1F941A-251C-2573-03F1-770CE9B1C9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80"/>
    </mc:Choice>
    <mc:Fallback>
      <p:transition spd="slow" advTm="46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2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/ˈprɛm.i.ɛər/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premiere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show or perform a movie for the first time.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premiered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director's latest film premiered at the international festival last night.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new action movie premieres in theaters across the country tonight.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highly anticipated superhero movie will premiere in major cities next month.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प्रीमियर,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പ്രഥമപ്രദർശനം,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முதற்காட்சி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5DEBAC08-6BAB-2848-6A10-2F758B7ECC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0"/>
    </mc:Choice>
    <mc:Fallback>
      <p:transition spd="slow" advTm="5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4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217</Words>
  <Application>Microsoft Office PowerPoint</Application>
  <PresentationFormat>Widescreen</PresentationFormat>
  <Paragraphs>38</Paragraphs>
  <Slides>4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2026-08-11T10:49:07Z</dcterms:modified>
  <cp:category/>
</cp:coreProperties>
</file>