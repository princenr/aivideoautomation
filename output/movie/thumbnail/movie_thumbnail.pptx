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51899-C8BF-1D12-3D0D-4163ABAD50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17FE13-B704-9D97-6D06-3DE948E74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2B928-3127-7416-7235-A2DAAEF3C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5B0F6-E8E0-5845-DA85-50823EB11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4EA3C-38A8-88D6-D991-C6394D40B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664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C6472-9F38-3107-9C5C-3169AF009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89BBF-DDD9-DFBE-2F0F-37D805242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5AD94-111E-94F6-D03F-F472735DC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39516-C92F-ACD6-2831-577A31585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C57BD-1F3F-996D-AC48-B814491CB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500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DC574-C505-5F90-7B36-55E4B161E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A0D0E-0D3D-EFB6-08C5-3FFAA836D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12540-F40C-6DE8-F4E6-76C0A65FF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05C20-31BC-89AA-6F0C-91C5ADA0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46069-D7AB-AFC1-D98D-D20AD34BD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721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E1281-106E-908A-B75C-AEAF77155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2BB00-0BDA-311A-3245-E9B407FD66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F77BA-44C9-3C20-22A5-F566B2D90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628F8-1C36-83E2-CC1F-DE8266A7A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DC1100-433D-53AF-5C79-119F6CE5D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20112-F72A-07FD-7EE0-998C45C47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187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70679-CA25-5898-5050-5F23B00EB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10934-F42B-8400-FE4F-C5E747E03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A01FA7-2151-ABCE-ED57-546E857CB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02174F-7509-8308-DC34-1F151AED6A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F3C161-1E57-020F-8906-83AA738DB1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9D7088-BD83-2458-10B6-2ADBECBAB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27237D-FE5C-A814-7005-755411A08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C95738-7638-D8CD-3F1B-CDA4A0B08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303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A7607-AB62-D1DC-4885-8977746E8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36DC05-779E-C62B-8523-0C9D1DA42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BA1B64-8056-6125-0755-18252DC7C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6898C8-998F-A09A-7954-77B4BCC88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582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17771D-6294-5892-68A9-E6385B3D0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08DACE-B63B-1AAF-5E50-BE62D772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EB57F-C88C-1E1A-2352-7F6685B6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25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9CDD2-A26F-C967-43FC-34149EE86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F60C7-1274-6334-7F95-4CC9188C9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1686FC-AE21-B736-42B0-2287A3C3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1581A5-8F35-B20F-4B63-73E4D250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E28BC-BD13-704C-603C-805694310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72567-ACA0-ED19-E35F-09C0985A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526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6A3B6-2BD5-0445-B10E-BCF060119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DE070A-AB3F-585B-9480-3D37B440BA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78481-56A3-88D5-ED97-2AFC5FF0F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4B375B-953B-BF4F-1C22-06BA8F243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748DF-F2E7-1DEE-3127-083D5CEB7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1B6F6-87FE-4E88-8714-799BE5DF6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012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28856-5456-5913-A2C7-F346BF41B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815A74-6F6C-2C77-E522-C471804D5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4FF2D-B9C3-18F2-1374-B826731C2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45085-06D7-67E8-137F-52A92A0FC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AE72E-4F55-6085-034C-589D7A903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33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D82B29-7204-0366-B48A-2728D97C96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8400E9-F312-2B54-14DF-B278FA0BE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B1EB5-EDA5-8A0F-A8F1-82B43A655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B041A-6FC3-0357-15AC-CF0F322CB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45BF3-8929-7C85-23A2-DF634E136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267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6F21B8-9463-C977-D36F-C466C0D9F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BB466-4014-F031-14DE-31C48F702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241A9-773B-7D93-53BF-CC0ACD3A75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C95E0-36BD-B0A8-D7F4-A09167249A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82C21-9BEF-46B6-2C11-6B379F65C4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501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414463"/>
            <a:ext cx="2781300" cy="2400300"/>
          </a:xfrm>
          <a:prstGeom prst="rect">
            <a:avLst/>
          </a:prstGeom>
        </p:spPr>
      </p:pic>
      <p:pic>
        <p:nvPicPr>
          <p:cNvPr id="11" name="IMAGE_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" y="1557337"/>
            <a:ext cx="2495550" cy="1609726"/>
          </a:xfrm>
          <a:prstGeom prst="rect">
            <a:avLst/>
          </a:prstGeom>
        </p:spPr>
      </p:pic>
      <p:pic>
        <p:nvPicPr>
          <p:cNvPr id="44" name="Picture 43" descr="thumbnail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75" y="1557337"/>
            <a:ext cx="2495550" cy="1609726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8600"/>
            <a:ext cx="12192000" cy="666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1414463"/>
            <a:ext cx="2781300" cy="2400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414463"/>
            <a:ext cx="2781300" cy="2400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5900" y="1414463"/>
            <a:ext cx="2781300" cy="2400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3967163"/>
            <a:ext cx="2781300" cy="2400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3967163"/>
            <a:ext cx="2781300" cy="2400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967163"/>
            <a:ext cx="2781300" cy="2400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5900" y="3967163"/>
            <a:ext cx="2781300" cy="2400300"/>
          </a:xfrm>
          <a:prstGeom prst="rect">
            <a:avLst/>
          </a:prstGeom>
        </p:spPr>
      </p:pic>
      <p:pic>
        <p:nvPicPr>
          <p:cNvPr id="12" name="IMAGE_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1375" y="1557337"/>
            <a:ext cx="2495550" cy="1609725"/>
          </a:xfrm>
          <a:prstGeom prst="rect">
            <a:avLst/>
          </a:prstGeom>
        </p:spPr>
      </p:pic>
      <p:pic>
        <p:nvPicPr>
          <p:cNvPr id="13" name="IMAGE_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5075" y="1557338"/>
            <a:ext cx="2495550" cy="1609724"/>
          </a:xfrm>
          <a:prstGeom prst="rect">
            <a:avLst/>
          </a:prstGeom>
        </p:spPr>
      </p:pic>
      <p:pic>
        <p:nvPicPr>
          <p:cNvPr id="14" name="IMAGE_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48775" y="1557338"/>
            <a:ext cx="2495550" cy="1609724"/>
          </a:xfrm>
          <a:prstGeom prst="rect">
            <a:avLst/>
          </a:prstGeom>
        </p:spPr>
      </p:pic>
      <p:pic>
        <p:nvPicPr>
          <p:cNvPr id="16" name="IMAGE_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1375" y="4110038"/>
            <a:ext cx="2495550" cy="1609726"/>
          </a:xfrm>
          <a:prstGeom prst="rect">
            <a:avLst/>
          </a:prstGeom>
        </p:spPr>
      </p:pic>
      <p:pic>
        <p:nvPicPr>
          <p:cNvPr id="17" name="IMAGE_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5075" y="4110038"/>
            <a:ext cx="2495550" cy="1609726"/>
          </a:xfrm>
          <a:prstGeom prst="rect">
            <a:avLst/>
          </a:prstGeom>
        </p:spPr>
      </p:pic>
      <p:pic>
        <p:nvPicPr>
          <p:cNvPr id="18" name="IMAGE_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48775" y="4110038"/>
            <a:ext cx="2495550" cy="1609726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29925" y="6458258"/>
            <a:ext cx="1295400" cy="2857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6248" y="361950"/>
            <a:ext cx="442055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  <a:defRPr/>
            </a:pPr>
            <a:r>
              <a:rPr sz="3150" b="1" i="0" u="none">
                <a:solidFill>
                  <a:srgbClr val="111111"/>
                </a:solidFill>
                <a:latin typeface="Luckiest Guy"/>
              </a:rPr>
              <a:t>English Vocabulary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82075" y="376237"/>
            <a:ext cx="742950" cy="3714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20275" y="376237"/>
            <a:ext cx="1009650" cy="3714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25175" y="376237"/>
            <a:ext cx="695325" cy="371475"/>
          </a:xfrm>
          <a:prstGeom prst="rect">
            <a:avLst/>
          </a:prstGeom>
        </p:spPr>
      </p:pic>
      <p:sp>
        <p:nvSpPr>
          <p:cNvPr id="24" name="WORD_1"/>
          <p:cNvSpPr txBox="1"/>
          <p:nvPr/>
        </p:nvSpPr>
        <p:spPr>
          <a:xfrm>
            <a:off x="921696" y="3416499"/>
            <a:ext cx="154750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14"/>
              </a:lnSpc>
            </a:pPr>
            <a:r>
              <a:rPr lang="en-GB" sz="1650" b="0" i="0" u="none" dirty="0">
                <a:solidFill>
                  <a:srgbClr val="0F172A"/>
                </a:solidFill>
                <a:latin typeface="Montserrat Black"/>
              </a:rPr>
              <a:t>premiere</a:t>
            </a:r>
            <a:endParaRPr sz="1650" b="0" i="0" u="none" dirty="0">
              <a:solidFill>
                <a:srgbClr val="0F172A"/>
              </a:solidFill>
              <a:latin typeface="Montserrat Black"/>
            </a:endParaRPr>
          </a:p>
        </p:txBody>
      </p:sp>
      <p:sp>
        <p:nvSpPr>
          <p:cNvPr id="25" name="WORD_2"/>
          <p:cNvSpPr txBox="1"/>
          <p:nvPr/>
        </p:nvSpPr>
        <p:spPr>
          <a:xfrm>
            <a:off x="4054116" y="3416500"/>
            <a:ext cx="1150067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14"/>
              </a:lnSpc>
            </a:pPr>
            <a:endParaRPr/>
          </a:p>
        </p:txBody>
      </p:sp>
      <p:sp>
        <p:nvSpPr>
          <p:cNvPr id="26" name="WORD_3"/>
          <p:cNvSpPr txBox="1"/>
          <p:nvPr/>
        </p:nvSpPr>
        <p:spPr>
          <a:xfrm>
            <a:off x="6835416" y="3410907"/>
            <a:ext cx="1446111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14"/>
              </a:lnSpc>
            </a:pPr>
            <a:endParaRPr/>
          </a:p>
        </p:txBody>
      </p:sp>
      <p:sp>
        <p:nvSpPr>
          <p:cNvPr id="27" name="WORD_4"/>
          <p:cNvSpPr txBox="1"/>
          <p:nvPr/>
        </p:nvSpPr>
        <p:spPr>
          <a:xfrm>
            <a:off x="9539902" y="3410907"/>
            <a:ext cx="1909763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14"/>
              </a:lnSpc>
            </a:pPr>
            <a:endParaRPr/>
          </a:p>
        </p:txBody>
      </p:sp>
      <p:sp>
        <p:nvSpPr>
          <p:cNvPr id="28" name="WORD_5"/>
          <p:cNvSpPr txBox="1"/>
          <p:nvPr/>
        </p:nvSpPr>
        <p:spPr>
          <a:xfrm>
            <a:off x="811468" y="5990727"/>
            <a:ext cx="1778103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14"/>
              </a:lnSpc>
            </a:pPr>
            <a:endParaRPr/>
          </a:p>
        </p:txBody>
      </p:sp>
      <p:sp>
        <p:nvSpPr>
          <p:cNvPr id="29" name="WORD_6"/>
          <p:cNvSpPr txBox="1"/>
          <p:nvPr/>
        </p:nvSpPr>
        <p:spPr>
          <a:xfrm>
            <a:off x="3800397" y="5990727"/>
            <a:ext cx="165750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14"/>
              </a:lnSpc>
            </a:pPr>
            <a:endParaRPr/>
          </a:p>
        </p:txBody>
      </p:sp>
      <p:sp>
        <p:nvSpPr>
          <p:cNvPr id="30" name="WORD_7"/>
          <p:cNvSpPr txBox="1"/>
          <p:nvPr/>
        </p:nvSpPr>
        <p:spPr>
          <a:xfrm>
            <a:off x="6959088" y="5994202"/>
            <a:ext cx="119784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14"/>
              </a:lnSpc>
            </a:pPr>
            <a:endParaRPr/>
          </a:p>
        </p:txBody>
      </p:sp>
      <p:sp>
        <p:nvSpPr>
          <p:cNvPr id="31" name="WORD_8"/>
          <p:cNvSpPr txBox="1"/>
          <p:nvPr/>
        </p:nvSpPr>
        <p:spPr>
          <a:xfrm>
            <a:off x="9931041" y="5990727"/>
            <a:ext cx="112748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14"/>
              </a:lnSpc>
            </a:pPr>
            <a:endParaRPr/>
          </a:p>
        </p:txBody>
      </p:sp>
      <p:pic>
        <p:nvPicPr>
          <p:cNvPr id="43" name="IMAGE_5" descr="image.png">
            <a:extLst>
              <a:ext uri="{FF2B5EF4-FFF2-40B4-BE49-F238E27FC236}">
                <a16:creationId xmlns:a16="http://schemas.microsoft.com/office/drawing/2014/main" id="{C8539EF1-8AC4-CA2B-ACAF-320FED495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4" y="4110038"/>
            <a:ext cx="2495550" cy="16097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Luckiest Guy</vt:lpstr>
      <vt:lpstr>Montserrat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 N R</dc:creator>
  <cp:lastModifiedBy>Prince N R</cp:lastModifiedBy>
  <cp:revision>3</cp:revision>
  <dcterms:created xsi:type="dcterms:W3CDTF">2026-08-11T18:36:08Z</dcterms:created>
  <dcterms:modified xsi:type="dcterms:W3CDTF">2026-08-11T19:04:48Z</dcterms:modified>
</cp:coreProperties>
</file>