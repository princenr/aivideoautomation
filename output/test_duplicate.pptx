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1C1C1C"/>
    <a:srgbClr val="2F4F4F"/>
    <a:srgbClr val="1E293B"/>
    <a:srgbClr val="1F1B1D"/>
    <a:srgbClr val="616161"/>
    <a:srgbClr val="201A1E"/>
    <a:srgbClr val="472D33"/>
    <a:srgbClr val="B6B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0"/>
            <a:ext cx="1330804" cy="1350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12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12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050" dirty="0"/>
              <a:t>
</a:t>
            </a:r>
            <a:r>
              <a:rPr sz="12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12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12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050" dirty="0"/>
              <a:t>
</a:t>
            </a:r>
            <a:r>
              <a:rPr sz="12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12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1200" b="0" i="0" u="none" dirty="0">
              <a:solidFill>
                <a:srgbClr val="475569"/>
              </a:solidFill>
              <a:latin typeface="Noto Sans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{{HINDI}},</a:t>
            </a:r>
          </a:p>
          <a:p>
            <a:pPr algn="ctr"/>
            <a:r>
              <a:rPr lang="en-GB" b="1" dirty="0"/>
              <a:t> {{MALAYALAM}},</a:t>
            </a:r>
            <a:br>
              <a:rPr lang="en-GB" b="1" dirty="0"/>
            </a:br>
            <a:r>
              <a:rPr lang="en-GB" b="1" dirty="0"/>
              <a:t>{{TAMIL}}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{{WORD_NUMBER}}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CD05558-337A-8570-1322-8E3141996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7F8D2F-B09A-B1B4-583C-48301F7AAEF1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{{WORD_NUMBER}}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E5E8D5-B1C4-F38C-DCB8-813F240CB9CB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{{HINDI}},</a:t>
            </a:r>
          </a:p>
          <a:p>
            <a:pPr algn="ctr"/>
            <a:r>
              <a:rPr lang="en-GB" b="1" dirty="0"/>
              <a:t> {{MALAYALAM}},</a:t>
            </a:r>
            <a:br>
              <a:rPr lang="en-GB" b="1" dirty="0"/>
            </a:br>
            <a:r>
              <a:rPr lang="en-GB" b="1" dirty="0"/>
              <a:t>{{TAMIL}}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F6295AE-B2A6-F851-DBE4-805A3997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49B56-9DFE-47C2-5021-87EA5CA59DD7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{{WORD_NUMBER}}</a:t>
            </a:r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CB6B55-BBDA-D15F-D634-0D32682E5A26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{{HINDI}},</a:t>
            </a:r>
          </a:p>
          <a:p>
            <a:pPr algn="ctr"/>
            <a:r>
              <a:rPr lang="en-GB" b="1" dirty="0"/>
              <a:t> {{MALAYALAM}},</a:t>
            </a:r>
            <a:br>
              <a:rPr lang="en-GB" b="1" dirty="0"/>
            </a:br>
            <a:r>
              <a:rPr lang="en-GB" b="1" dirty="0"/>
              <a:t>{{TAMIL}}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{{PRESENT_SENTENCE}}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29C7941-3504-862F-A821-E0F421C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DFC54-52D3-1CC7-0794-2AB566E6EA0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{{WORD_NUMBER}}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{{PRESENT_SENTENCE}}</a:t>
            </a:r>
            <a:endParaRPr lang="en-IN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659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{{FUTURE_SENTENCE}}</a:t>
            </a:r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E1F2B8-8467-D7F9-9350-345047272B0B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{{HINDI}},</a:t>
            </a:r>
          </a:p>
          <a:p>
            <a:pPr algn="ctr"/>
            <a:r>
              <a:rPr lang="en-GB" b="1" dirty="0"/>
              <a:t> {{MALAYALAM}},</a:t>
            </a:r>
            <a:br>
              <a:rPr lang="en-GB" b="1" dirty="0"/>
            </a:br>
            <a:r>
              <a:rPr lang="en-GB" b="1" dirty="0"/>
              <a:t>{{TAMIL}}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{{</a:t>
            </a:r>
            <a:r>
              <a:rPr lang="en-GB" sz="1500" dirty="0">
                <a:solidFill>
                  <a:srgbClr val="64748B"/>
                </a:solidFill>
                <a:latin typeface="Poppins SemiBold"/>
              </a:rPr>
              <a:t>WORD_NUMBER</a:t>
            </a:r>
            <a:r>
              <a:rPr lang="en-GB" sz="1500" b="0" i="0" u="none" dirty="0">
                <a:solidFill>
                  <a:srgbClr val="64748B"/>
                </a:solidFill>
                <a:latin typeface="Poppins SemiBold"/>
              </a:rPr>
              <a:t>}}</a:t>
            </a:r>
            <a:r>
              <a:rPr sz="1500" b="0" i="0" u="none" dirty="0">
                <a:solidFill>
                  <a:srgbClr val="64748B"/>
                </a:solidFill>
                <a:latin typeface="Poppins SemiBold"/>
              </a:rPr>
              <a:t> </a:t>
            </a:r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0"/>
            <a:ext cx="1330804" cy="1350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1200" dirty="0">
                <a:solidFill>
                  <a:srgbClr val="475569"/>
                </a:solidFill>
                <a:latin typeface="Noto Sans SemiBold"/>
              </a:rPr>
              <a:t>HINDI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12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050" dirty="0"/>
              <a:t>
</a:t>
            </a:r>
            <a:r>
              <a:rPr sz="12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1200" dirty="0">
                <a:solidFill>
                  <a:srgbClr val="475569"/>
                </a:solidFill>
                <a:latin typeface="Noto Sans SemiBold"/>
              </a:rPr>
              <a:t>MALAYALAM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r>
              <a:rPr sz="1200" b="0" i="0" u="none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050" dirty="0"/>
              <a:t>
</a:t>
            </a:r>
            <a:r>
              <a:rPr sz="1200" b="0" i="0" u="none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{{</a:t>
            </a:r>
            <a:r>
              <a:rPr lang="en-GB" sz="1200" dirty="0">
                <a:solidFill>
                  <a:srgbClr val="475569"/>
                </a:solidFill>
                <a:latin typeface="Noto Sans SemiBold"/>
              </a:rPr>
              <a:t>TAMIL</a:t>
            </a:r>
            <a:r>
              <a:rPr lang="en-GB" sz="1200" b="0" i="0" u="none" dirty="0">
                <a:solidFill>
                  <a:srgbClr val="475569"/>
                </a:solidFill>
                <a:latin typeface="Noto Sans SemiBold"/>
              </a:rPr>
              <a:t>}}</a:t>
            </a:r>
            <a:endParaRPr sz="1200" b="0" i="0" u="none" dirty="0">
              <a:solidFill>
                <a:srgbClr val="475569"/>
              </a:solidFill>
              <a:latin typeface="Noto Sans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{{HINDI}},</a:t>
            </a:r>
          </a:p>
          <a:p>
            <a:pPr algn="ctr"/>
            <a:r>
              <a:rPr lang="en-GB" b="1" dirty="0"/>
              <a:t> {{MALAYALAM}},</a:t>
            </a:r>
            <a:br>
              <a:rPr lang="en-GB" b="1" dirty="0"/>
            </a:br>
            <a:r>
              <a:rPr lang="en-GB" b="1" dirty="0"/>
              <a:t>{{TAMIL}}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{{WORD_NUMBER}}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253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9</cp:revision>
  <dcterms:created xsi:type="dcterms:W3CDTF">2013-01-27T09:14:16Z</dcterms:created>
  <dcterms:modified xsi:type="dcterms:W3CDTF">2026-07-31T06:07:14Z</dcterms:modified>
  <cp:category/>
</cp:coreProperties>
</file>