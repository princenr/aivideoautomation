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D05558-337A-8570-1322-8E314199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F6295AE-B2A6-F851-DBE4-805A399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9C7941-3504-862F-A821-E0F421C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659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{{FUTURE_SENTENCE}}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659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{{FUTURE_SENTENCE}}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218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10</cp:revision>
  <dcterms:created xsi:type="dcterms:W3CDTF">2013-01-27T09:14:16Z</dcterms:created>
  <dcterms:modified xsi:type="dcterms:W3CDTF">2026-08-01T09:28:11Z</dcterms:modified>
  <cp:category/>
</cp:coreProperties>
</file>