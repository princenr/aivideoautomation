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644"/>
    <a:srgbClr val="64748B"/>
    <a:srgbClr val="475569"/>
    <a:srgbClr val="1C1C1C"/>
    <a:srgbClr val="2F4F4F"/>
    <a:srgbClr val="1E293B"/>
    <a:srgbClr val="1F1B1D"/>
    <a:srgbClr val="616161"/>
    <a:srgbClr val="201A1E"/>
    <a:srgbClr val="472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7AB29-D224-5631-2BF3-17C2CE43B1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A1FAF-FDF6-D262-4A6E-8F98ACE4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81A8A7-71C2-A8EE-E03C-BD486F868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2E79E2-5CAD-D379-5C20-8A1707B00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FCD05558-337A-8570-1322-8E3141996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704EA-DBA6-7A74-1E29-E0E399DC95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33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4F9D1-DD01-2A0C-BA1C-F5AE3F2D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B1DB53D-A1BD-2743-4573-1146636AF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373F6F7-FF94-4E2E-08A0-C01BE84F1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5F6295AE-B2A6-F851-DBE4-805A3997D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92612-1B2E-1773-39E7-B2EC7757F3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</a:rPr>
              <a:t>{{PRESENT_SENTENCE}}</a:t>
            </a:r>
            <a:endParaRPr lang="en-IN" sz="2400" b="1" dirty="0">
              <a:solidFill>
                <a:srgbClr val="2A364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023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3B76A-1DDC-E908-B715-4D5AD5C4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C255B0C-908B-760D-5C59-55332535C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329CAB9-5A4C-4E45-9F44-064B8C904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029C7941-3504-862F-A821-E0F421CD4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D9AD66-C36B-CDA3-60DF-3DE8F53026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</a:rPr>
              <a:t>{{PRESENT_SENTENCE}}</a:t>
            </a:r>
            <a:endParaRPr lang="en-IN" sz="2400" b="1" dirty="0">
              <a:solidFill>
                <a:srgbClr val="2A3644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6593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</a:rPr>
              <a:t>{{FUTURE_SENTENCE}}</a:t>
            </a:r>
            <a:endParaRPr lang="en-IN" sz="2400" b="1" dirty="0">
              <a:solidFill>
                <a:srgbClr val="2A364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31489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7AB29-D224-5631-2BF3-17C2CE43B1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81A8A7-71C2-A8EE-E03C-BD486F868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2E79E2-5CAD-D379-5C20-8A1707B00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FCD05558-337A-8570-1322-8E3141996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704EA-DBA6-7A74-1E29-E0E399DC95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B1DB53D-A1BD-2743-4573-1146636AF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373F6F7-FF94-4E2E-08A0-C01BE84F1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5F6295AE-B2A6-F851-DBE4-805A3997D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92612-1B2E-1773-39E7-B2EC7757F3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</a:rPr>
              <a:t>{{PRESENT_SENTENCE}}</a:t>
            </a:r>
            <a:endParaRPr lang="en-IN" sz="2400" b="1" dirty="0">
              <a:solidFill>
                <a:srgbClr val="2A364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C255B0C-908B-760D-5C59-55332535C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329CAB9-5A4C-4E45-9F44-064B8C904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029C7941-3504-862F-A821-E0F421CD4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D9AD66-C36B-CDA3-60DF-3DE8F53026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</a:rPr>
              <a:t>{{PRESENT_SENTENCE}}</a:t>
            </a:r>
            <a:endParaRPr lang="en-IN" sz="2400" b="1" dirty="0">
              <a:solidFill>
                <a:srgbClr val="2A3644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6593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</a:rPr>
              <a:t>{{FUTURE_SENTENCE}}</a:t>
            </a:r>
            <a:endParaRPr lang="en-IN" sz="2400" b="1" dirty="0">
              <a:solidFill>
                <a:srgbClr val="2A364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218</Words>
  <Application>Microsoft Office PowerPoint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Noto Sans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Prince N R</cp:lastModifiedBy>
  <cp:revision>10</cp:revision>
  <dcterms:created xsi:type="dcterms:W3CDTF">2013-01-27T09:14:16Z</dcterms:created>
  <dcterms:modified xsi:type="dcterms:W3CDTF">2026-08-01T09:28:11Z</dcterms:modified>
  <cp:category/>
</cp:coreProperties>
</file>