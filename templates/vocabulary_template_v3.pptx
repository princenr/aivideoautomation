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2" r:id="rId3"/>
    <p:sldId id="263" r:id="rId4"/>
    <p:sldId id="264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6EFD"/>
    <a:srgbClr val="E0E0E0"/>
    <a:srgbClr val="AAAAAA"/>
    <a:srgbClr val="CCCCCC"/>
    <a:srgbClr val="E9ECEF"/>
    <a:srgbClr val="666666"/>
    <a:srgbClr val="555555"/>
    <a:srgbClr val="2A3644"/>
    <a:srgbClr val="1C1C1C"/>
    <a:srgbClr val="2F4F4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7" d="100"/>
          <a:sy n="97" d="100"/>
        </p:scale>
        <p:origin x="996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microsoft.com/office/2007/relationships/hdphoto" Target="../media/hdphoto1.wdp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573"/>
            <a:ext cx="12192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277098" y="131824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u="none" dirty="0">
                <a:solidFill>
                  <a:srgbClr val="472D33"/>
                </a:solidFill>
                <a:latin typeface="Poppins ExtraBold"/>
              </a:rPr>
              <a:t>{{</a:t>
            </a:r>
            <a:r>
              <a:rPr lang="en-GB" sz="1400" dirty="0">
                <a:solidFill>
                  <a:srgbClr val="472D33"/>
                </a:solidFill>
                <a:latin typeface="Poppins ExtraBold"/>
              </a:rPr>
              <a:t>PRONUNCIATION</a:t>
            </a:r>
            <a:r>
              <a:rPr lang="en-GB" sz="1650" u="none" dirty="0">
                <a:solidFill>
                  <a:srgbClr val="472D33"/>
                </a:solidFill>
                <a:latin typeface="Poppins ExtraBold"/>
              </a:rPr>
              <a:t>}}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pic>
        <p:nvPicPr>
          <p:cNvPr id="6" name="VOCAB_IMAG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4719484" cy="35574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1" y="213702"/>
            <a:ext cx="7460994" cy="11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7400" b="0" i="0" u="none" dirty="0">
                <a:solidFill>
                  <a:srgbClr val="0F172A"/>
                </a:solidFill>
                <a:latin typeface="Poppins ExtraBold"/>
              </a:rPr>
              <a:t>{{WORD}}</a:t>
            </a:r>
            <a:endParaRPr sz="74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97178" y="1633750"/>
            <a:ext cx="5998291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700" b="1" i="0" u="none" dirty="0">
                <a:solidFill>
                  <a:srgbClr val="1E293B"/>
                </a:solidFill>
                <a:latin typeface="Poppins"/>
              </a:rPr>
              <a:t>{{MEANING}}</a:t>
            </a:r>
            <a:endParaRPr sz="2700" b="1" i="0" u="none" dirty="0">
              <a:solidFill>
                <a:srgbClr val="1E293B"/>
              </a:solidFill>
              <a:latin typeface="Poppin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889704" y="2526335"/>
            <a:ext cx="3806620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000" dirty="0">
                <a:solidFill>
                  <a:srgbClr val="475569"/>
                </a:solidFill>
                <a:latin typeface="Noto Sans SemiBold"/>
              </a:rPr>
              <a:t>HINDI</a:t>
            </a:r>
            <a:r>
              <a:rPr lang="en-GB" sz="20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0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2000" dirty="0"/>
              <a:t>
</a:t>
            </a:r>
            <a:r>
              <a:rPr sz="20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000" dirty="0">
                <a:solidFill>
                  <a:srgbClr val="475569"/>
                </a:solidFill>
                <a:latin typeface="Noto Sans SemiBold"/>
              </a:rPr>
              <a:t>MALAYALAM</a:t>
            </a:r>
            <a:r>
              <a:rPr lang="en-GB" sz="20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0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2000" dirty="0"/>
              <a:t>
</a:t>
            </a:r>
            <a:r>
              <a:rPr sz="20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000" dirty="0">
                <a:solidFill>
                  <a:srgbClr val="475569"/>
                </a:solidFill>
                <a:latin typeface="Noto Sans SemiBold"/>
              </a:rPr>
              <a:t>TAMIL</a:t>
            </a:r>
            <a:r>
              <a:rPr lang="en-GB" sz="20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endParaRPr sz="2000" b="0" i="0" u="none" dirty="0">
              <a:solidFill>
                <a:srgbClr val="475569"/>
              </a:solidFill>
              <a:latin typeface="Noto Sans SemiBold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197AB29-D224-5631-2BF3-17C2CE43B15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C637730-1B9E-59C6-288A-947E01A8B966}"/>
              </a:ext>
            </a:extLst>
          </p:cNvPr>
          <p:cNvSpPr txBox="1"/>
          <p:nvPr/>
        </p:nvSpPr>
        <p:spPr>
          <a:xfrm>
            <a:off x="8820449" y="2549723"/>
            <a:ext cx="3412926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{{BASE_FORM}}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{{PRESENT_FORM}}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{{PAST_FORM}}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456539C-F08B-4B45-4266-DC41981373F4}"/>
              </a:ext>
            </a:extLst>
          </p:cNvPr>
          <p:cNvSpPr txBox="1"/>
          <p:nvPr/>
        </p:nvSpPr>
        <p:spPr>
          <a:xfrm>
            <a:off x="296784" y="6156796"/>
            <a:ext cx="1994105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{{</a:t>
            </a:r>
            <a:r>
              <a:rPr lang="en-GB" sz="1500" dirty="0">
                <a:solidFill>
                  <a:srgbClr val="64748B"/>
                </a:solidFill>
                <a:latin typeface="Poppins SemiBold"/>
              </a:rPr>
              <a:t>WORD_NUMBER</a:t>
            </a:r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}}</a:t>
            </a:r>
            <a:endParaRPr sz="1500" b="0" i="0" u="none" dirty="0">
              <a:solidFill>
                <a:srgbClr val="2563EB"/>
              </a:solidFill>
              <a:latin typeface="Poppins SemiBold"/>
            </a:endParaRPr>
          </a:p>
        </p:txBody>
      </p:sp>
      <p:sp>
        <p:nvSpPr>
          <p:cNvPr id="18" name="PROGRESS_TRACK">
            <a:extLst>
              <a:ext uri="{FF2B5EF4-FFF2-40B4-BE49-F238E27FC236}">
                <a16:creationId xmlns:a16="http://schemas.microsoft.com/office/drawing/2014/main" id="{67AA182C-43CD-6048-8E07-6A697FC9437D}"/>
              </a:ext>
            </a:extLst>
          </p:cNvPr>
          <p:cNvSpPr/>
          <p:nvPr/>
        </p:nvSpPr>
        <p:spPr>
          <a:xfrm>
            <a:off x="553932" y="6507311"/>
            <a:ext cx="1479807" cy="231006"/>
          </a:xfrm>
          <a:prstGeom prst="roundRect">
            <a:avLst/>
          </a:prstGeom>
          <a:solidFill>
            <a:srgbClr val="E0E0E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9" name="PROGRESS_FILL">
            <a:extLst>
              <a:ext uri="{FF2B5EF4-FFF2-40B4-BE49-F238E27FC236}">
                <a16:creationId xmlns:a16="http://schemas.microsoft.com/office/drawing/2014/main" id="{38F9A4D1-30BB-E88B-9CD6-62D31A7F1A80}"/>
              </a:ext>
            </a:extLst>
          </p:cNvPr>
          <p:cNvSpPr/>
          <p:nvPr/>
        </p:nvSpPr>
        <p:spPr>
          <a:xfrm>
            <a:off x="553931" y="6507311"/>
            <a:ext cx="1479807" cy="231006"/>
          </a:xfrm>
          <a:prstGeom prst="roundRect">
            <a:avLst/>
          </a:prstGeom>
          <a:solidFill>
            <a:srgbClr val="0D6EF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EA1FAF-FDF6-D262-4A6E-8F98ACE4A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DA81A8A7-71C2-A8EE-E03C-BD486F868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E92E79E2-5CAD-D379-5C20-8A1707B00B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BA704EA-DBA6-7A74-1E29-E0E399DC950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5" name="PAST_SENTENCE">
            <a:extLst>
              <a:ext uri="{FF2B5EF4-FFF2-40B4-BE49-F238E27FC236}">
                <a16:creationId xmlns:a16="http://schemas.microsoft.com/office/drawing/2014/main" id="{16EB2755-2C05-216C-E7F7-E2AE9F2E1A93}"/>
              </a:ext>
            </a:extLst>
          </p:cNvPr>
          <p:cNvSpPr txBox="1"/>
          <p:nvPr/>
        </p:nvSpPr>
        <p:spPr>
          <a:xfrm>
            <a:off x="2630128" y="4432329"/>
            <a:ext cx="9202532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{{PAST_SENTENCE}}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5CDFC0C-0262-8976-8D9D-643D44D1950F}"/>
              </a:ext>
            </a:extLst>
          </p:cNvPr>
          <p:cNvSpPr txBox="1"/>
          <p:nvPr/>
        </p:nvSpPr>
        <p:spPr>
          <a:xfrm>
            <a:off x="8820449" y="2549723"/>
            <a:ext cx="3412926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{{BASE_FORM}}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{{PRESENT_FORM}}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{{PAST_FORM}}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pic>
        <p:nvPicPr>
          <p:cNvPr id="9" name="VOCAB_IMAGE" descr="image.png">
            <a:extLst>
              <a:ext uri="{FF2B5EF4-FFF2-40B4-BE49-F238E27FC236}">
                <a16:creationId xmlns:a16="http://schemas.microsoft.com/office/drawing/2014/main" id="{368E1B53-F0B4-D894-E572-2A3C5253A9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1"/>
            <a:ext cx="4719484" cy="3557438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B14FDC0-96B5-11CD-CFED-2E1D12F118E6}"/>
              </a:ext>
            </a:extLst>
          </p:cNvPr>
          <p:cNvSpPr txBox="1"/>
          <p:nvPr/>
        </p:nvSpPr>
        <p:spPr>
          <a:xfrm>
            <a:off x="7277098" y="131824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u="none" dirty="0">
                <a:solidFill>
                  <a:srgbClr val="472D33"/>
                </a:solidFill>
                <a:latin typeface="Poppins ExtraBold"/>
              </a:rPr>
              <a:t>{{</a:t>
            </a:r>
            <a:r>
              <a:rPr lang="en-GB" sz="1400" dirty="0">
                <a:solidFill>
                  <a:srgbClr val="472D33"/>
                </a:solidFill>
                <a:latin typeface="Poppins ExtraBold"/>
              </a:rPr>
              <a:t>PRONUNCIATION</a:t>
            </a:r>
            <a:r>
              <a:rPr lang="en-GB" sz="1650" u="none" dirty="0">
                <a:solidFill>
                  <a:srgbClr val="472D33"/>
                </a:solidFill>
                <a:latin typeface="Poppins ExtraBold"/>
              </a:rPr>
              <a:t>}}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DAA01F0-CDA5-2E9A-FC35-BB3583E37F53}"/>
              </a:ext>
            </a:extLst>
          </p:cNvPr>
          <p:cNvSpPr txBox="1"/>
          <p:nvPr/>
        </p:nvSpPr>
        <p:spPr>
          <a:xfrm>
            <a:off x="5697178" y="1633750"/>
            <a:ext cx="5998291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700" b="1" i="0" u="none" dirty="0">
                <a:solidFill>
                  <a:srgbClr val="1E293B"/>
                </a:solidFill>
                <a:latin typeface="Poppins"/>
              </a:rPr>
              <a:t>{{MEANING}}</a:t>
            </a:r>
            <a:endParaRPr sz="2700" b="1" i="0" u="none" dirty="0">
              <a:solidFill>
                <a:srgbClr val="1E293B"/>
              </a:solidFill>
              <a:latin typeface="Poppin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CF2757C-E786-9920-5B44-D58460533C42}"/>
              </a:ext>
            </a:extLst>
          </p:cNvPr>
          <p:cNvSpPr txBox="1"/>
          <p:nvPr/>
        </p:nvSpPr>
        <p:spPr>
          <a:xfrm>
            <a:off x="4889704" y="2526335"/>
            <a:ext cx="3806620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000" dirty="0">
                <a:solidFill>
                  <a:srgbClr val="475569"/>
                </a:solidFill>
                <a:latin typeface="Noto Sans SemiBold"/>
              </a:rPr>
              <a:t>HINDI</a:t>
            </a:r>
            <a:r>
              <a:rPr lang="en-GB" sz="20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0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2000" dirty="0"/>
              <a:t>
</a:t>
            </a:r>
            <a:r>
              <a:rPr sz="20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000" dirty="0">
                <a:solidFill>
                  <a:srgbClr val="475569"/>
                </a:solidFill>
                <a:latin typeface="Noto Sans SemiBold"/>
              </a:rPr>
              <a:t>MALAYALAM</a:t>
            </a:r>
            <a:r>
              <a:rPr lang="en-GB" sz="20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0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2000" dirty="0"/>
              <a:t>
</a:t>
            </a:r>
            <a:r>
              <a:rPr sz="20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000" dirty="0">
                <a:solidFill>
                  <a:srgbClr val="475569"/>
                </a:solidFill>
                <a:latin typeface="Noto Sans SemiBold"/>
              </a:rPr>
              <a:t>TAMIL</a:t>
            </a:r>
            <a:r>
              <a:rPr lang="en-GB" sz="20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endParaRPr sz="2000" b="0" i="0" u="none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3EA3E07-4242-96F2-B06B-7167CE3ADE1F}"/>
              </a:ext>
            </a:extLst>
          </p:cNvPr>
          <p:cNvSpPr txBox="1"/>
          <p:nvPr/>
        </p:nvSpPr>
        <p:spPr>
          <a:xfrm>
            <a:off x="296784" y="6156796"/>
            <a:ext cx="1994105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{{</a:t>
            </a:r>
            <a:r>
              <a:rPr lang="en-GB" sz="1500" dirty="0">
                <a:solidFill>
                  <a:srgbClr val="64748B"/>
                </a:solidFill>
                <a:latin typeface="Poppins SemiBold"/>
              </a:rPr>
              <a:t>WORD_NUMBER</a:t>
            </a:r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}}</a:t>
            </a:r>
            <a:endParaRPr sz="1500" b="0" i="0" u="none" dirty="0">
              <a:solidFill>
                <a:srgbClr val="2563EB"/>
              </a:solidFill>
              <a:latin typeface="Poppins SemiBold"/>
            </a:endParaRPr>
          </a:p>
        </p:txBody>
      </p:sp>
      <p:sp>
        <p:nvSpPr>
          <p:cNvPr id="30" name="PROGRESS_TRACK">
            <a:extLst>
              <a:ext uri="{FF2B5EF4-FFF2-40B4-BE49-F238E27FC236}">
                <a16:creationId xmlns:a16="http://schemas.microsoft.com/office/drawing/2014/main" id="{CC8B99D7-37DC-D987-22FB-2D85E169B889}"/>
              </a:ext>
            </a:extLst>
          </p:cNvPr>
          <p:cNvSpPr/>
          <p:nvPr/>
        </p:nvSpPr>
        <p:spPr>
          <a:xfrm>
            <a:off x="553932" y="6507311"/>
            <a:ext cx="1479807" cy="231006"/>
          </a:xfrm>
          <a:prstGeom prst="roundRect">
            <a:avLst/>
          </a:prstGeom>
          <a:solidFill>
            <a:srgbClr val="E0E0E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32" name="PROGRESS_FILL">
            <a:extLst>
              <a:ext uri="{FF2B5EF4-FFF2-40B4-BE49-F238E27FC236}">
                <a16:creationId xmlns:a16="http://schemas.microsoft.com/office/drawing/2014/main" id="{463A790D-2C64-0A57-FB91-B0B4DC9B2692}"/>
              </a:ext>
            </a:extLst>
          </p:cNvPr>
          <p:cNvSpPr/>
          <p:nvPr/>
        </p:nvSpPr>
        <p:spPr>
          <a:xfrm>
            <a:off x="553931" y="6507311"/>
            <a:ext cx="1479807" cy="231006"/>
          </a:xfrm>
          <a:prstGeom prst="roundRect">
            <a:avLst/>
          </a:prstGeom>
          <a:solidFill>
            <a:srgbClr val="0D6EF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3872ED-18F2-C34B-B1D2-205CA03136BD}"/>
              </a:ext>
            </a:extLst>
          </p:cNvPr>
          <p:cNvSpPr txBox="1"/>
          <p:nvPr/>
        </p:nvSpPr>
        <p:spPr>
          <a:xfrm>
            <a:off x="4572001" y="213702"/>
            <a:ext cx="7460994" cy="11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7400" b="0" i="0" u="none" dirty="0">
                <a:solidFill>
                  <a:srgbClr val="0F172A"/>
                </a:solidFill>
                <a:latin typeface="Poppins ExtraBold"/>
              </a:rPr>
              <a:t>{{WORD}}</a:t>
            </a:r>
            <a:endParaRPr sz="7400" b="0" i="0" u="none" dirty="0">
              <a:solidFill>
                <a:srgbClr val="0F172A"/>
              </a:solidFill>
              <a:latin typeface="Poppins ExtraBold"/>
            </a:endParaRPr>
          </a:p>
        </p:txBody>
      </p:sp>
    </p:spTree>
    <p:extLst>
      <p:ext uri="{BB962C8B-B14F-4D97-AF65-F5344CB8AC3E}">
        <p14:creationId xmlns:p14="http://schemas.microsoft.com/office/powerpoint/2010/main" val="2031337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A4F9D1-DD01-2A0C-BA1C-F5AE3F2DD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1B1DB53D-A1BD-2743-4573-1146636AF1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F373F6F7-FF94-4E2E-08A0-C01BE84F1F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2892612-1B2E-1773-39E7-B2EC7757F3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6" name="PRESENT_SENTENCE">
            <a:extLst>
              <a:ext uri="{FF2B5EF4-FFF2-40B4-BE49-F238E27FC236}">
                <a16:creationId xmlns:a16="http://schemas.microsoft.com/office/drawing/2014/main" id="{867BCAC7-9746-3084-D20B-C02A99CD59B2}"/>
              </a:ext>
            </a:extLst>
          </p:cNvPr>
          <p:cNvSpPr txBox="1"/>
          <p:nvPr/>
        </p:nvSpPr>
        <p:spPr>
          <a:xfrm>
            <a:off x="2630128" y="5247818"/>
            <a:ext cx="877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{{</a:t>
            </a:r>
            <a:r>
              <a:rPr lang="en-GB" sz="2400" dirty="0">
                <a:solidFill>
                  <a:srgbClr val="2A3644"/>
                </a:solidFill>
                <a:latin typeface="Poppins ExtraBold"/>
              </a:rPr>
              <a:t>PRESENT_SENTENCE</a:t>
            </a:r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}}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1F0482-326F-EE74-B18A-65FC3B640E92}"/>
              </a:ext>
            </a:extLst>
          </p:cNvPr>
          <p:cNvSpPr txBox="1"/>
          <p:nvPr/>
        </p:nvSpPr>
        <p:spPr>
          <a:xfrm>
            <a:off x="8820449" y="2549723"/>
            <a:ext cx="3412926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{{BASE_FORM}}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{{PRESENT_FORM}}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{{PAST_FORM}}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5D623EB-2A7F-7E13-A27F-15A5483F3E36}"/>
              </a:ext>
            </a:extLst>
          </p:cNvPr>
          <p:cNvSpPr txBox="1"/>
          <p:nvPr/>
        </p:nvSpPr>
        <p:spPr>
          <a:xfrm>
            <a:off x="2630128" y="4432329"/>
            <a:ext cx="9202532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{{PAST_SENTENCE}}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pic>
        <p:nvPicPr>
          <p:cNvPr id="4" name="VOCAB_IMAGE" descr="image.png">
            <a:extLst>
              <a:ext uri="{FF2B5EF4-FFF2-40B4-BE49-F238E27FC236}">
                <a16:creationId xmlns:a16="http://schemas.microsoft.com/office/drawing/2014/main" id="{072C435A-3623-DF6A-1168-7B92D2916A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1"/>
            <a:ext cx="4719484" cy="355743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CD9D482-6922-BBCD-7870-A2F266791D4D}"/>
              </a:ext>
            </a:extLst>
          </p:cNvPr>
          <p:cNvSpPr txBox="1"/>
          <p:nvPr/>
        </p:nvSpPr>
        <p:spPr>
          <a:xfrm>
            <a:off x="7277098" y="131824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u="none" dirty="0">
                <a:solidFill>
                  <a:srgbClr val="472D33"/>
                </a:solidFill>
                <a:latin typeface="Poppins ExtraBold"/>
              </a:rPr>
              <a:t>{{</a:t>
            </a:r>
            <a:r>
              <a:rPr lang="en-GB" sz="1400" dirty="0">
                <a:solidFill>
                  <a:srgbClr val="472D33"/>
                </a:solidFill>
                <a:latin typeface="Poppins ExtraBold"/>
              </a:rPr>
              <a:t>PRONUNCIATION</a:t>
            </a:r>
            <a:r>
              <a:rPr lang="en-GB" sz="1650" u="none" dirty="0">
                <a:solidFill>
                  <a:srgbClr val="472D33"/>
                </a:solidFill>
                <a:latin typeface="Poppins ExtraBold"/>
              </a:rPr>
              <a:t>}}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3F5471F-F28D-66C0-3F0E-95BE45FDA550}"/>
              </a:ext>
            </a:extLst>
          </p:cNvPr>
          <p:cNvSpPr txBox="1"/>
          <p:nvPr/>
        </p:nvSpPr>
        <p:spPr>
          <a:xfrm>
            <a:off x="5697178" y="1633750"/>
            <a:ext cx="5998291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700" b="1" i="0" u="none" dirty="0">
                <a:solidFill>
                  <a:srgbClr val="1E293B"/>
                </a:solidFill>
                <a:latin typeface="Poppins"/>
              </a:rPr>
              <a:t>{{MEANING}}</a:t>
            </a:r>
            <a:endParaRPr sz="2700" b="1" i="0" u="none" dirty="0">
              <a:solidFill>
                <a:srgbClr val="1E293B"/>
              </a:solidFill>
              <a:latin typeface="Poppin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17DFD58-B561-E5FE-24B6-1ECFF848EE60}"/>
              </a:ext>
            </a:extLst>
          </p:cNvPr>
          <p:cNvSpPr txBox="1"/>
          <p:nvPr/>
        </p:nvSpPr>
        <p:spPr>
          <a:xfrm>
            <a:off x="4889704" y="2526335"/>
            <a:ext cx="3806620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000" dirty="0">
                <a:solidFill>
                  <a:srgbClr val="475569"/>
                </a:solidFill>
                <a:latin typeface="Noto Sans SemiBold"/>
              </a:rPr>
              <a:t>HINDI</a:t>
            </a:r>
            <a:r>
              <a:rPr lang="en-GB" sz="20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0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2000" dirty="0"/>
              <a:t>
</a:t>
            </a:r>
            <a:r>
              <a:rPr sz="20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000" dirty="0">
                <a:solidFill>
                  <a:srgbClr val="475569"/>
                </a:solidFill>
                <a:latin typeface="Noto Sans SemiBold"/>
              </a:rPr>
              <a:t>MALAYALAM</a:t>
            </a:r>
            <a:r>
              <a:rPr lang="en-GB" sz="20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0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2000" dirty="0"/>
              <a:t>
</a:t>
            </a:r>
            <a:r>
              <a:rPr sz="20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000" dirty="0">
                <a:solidFill>
                  <a:srgbClr val="475569"/>
                </a:solidFill>
                <a:latin typeface="Noto Sans SemiBold"/>
              </a:rPr>
              <a:t>TAMIL</a:t>
            </a:r>
            <a:r>
              <a:rPr lang="en-GB" sz="20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endParaRPr sz="2000" b="0" i="0" u="none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35F20A-395F-DD90-A162-EAD3A8DF2F04}"/>
              </a:ext>
            </a:extLst>
          </p:cNvPr>
          <p:cNvSpPr txBox="1"/>
          <p:nvPr/>
        </p:nvSpPr>
        <p:spPr>
          <a:xfrm>
            <a:off x="296784" y="6156796"/>
            <a:ext cx="1994105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{{</a:t>
            </a:r>
            <a:r>
              <a:rPr lang="en-GB" sz="1500" dirty="0">
                <a:solidFill>
                  <a:srgbClr val="64748B"/>
                </a:solidFill>
                <a:latin typeface="Poppins SemiBold"/>
              </a:rPr>
              <a:t>WORD_NUMBER</a:t>
            </a:r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}}</a:t>
            </a:r>
            <a:endParaRPr sz="1500" b="0" i="0" u="none" dirty="0">
              <a:solidFill>
                <a:srgbClr val="2563EB"/>
              </a:solidFill>
              <a:latin typeface="Poppins SemiBold"/>
            </a:endParaRPr>
          </a:p>
        </p:txBody>
      </p:sp>
      <p:sp>
        <p:nvSpPr>
          <p:cNvPr id="14" name="PROGRESS_TRACK">
            <a:extLst>
              <a:ext uri="{FF2B5EF4-FFF2-40B4-BE49-F238E27FC236}">
                <a16:creationId xmlns:a16="http://schemas.microsoft.com/office/drawing/2014/main" id="{9AF7C590-F769-69F9-5040-AE90C7A8A7A8}"/>
              </a:ext>
            </a:extLst>
          </p:cNvPr>
          <p:cNvSpPr/>
          <p:nvPr/>
        </p:nvSpPr>
        <p:spPr>
          <a:xfrm>
            <a:off x="553932" y="6507311"/>
            <a:ext cx="1479807" cy="231006"/>
          </a:xfrm>
          <a:prstGeom prst="roundRect">
            <a:avLst/>
          </a:prstGeom>
          <a:solidFill>
            <a:srgbClr val="E0E0E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0" name="PROGRESS_FILL">
            <a:extLst>
              <a:ext uri="{FF2B5EF4-FFF2-40B4-BE49-F238E27FC236}">
                <a16:creationId xmlns:a16="http://schemas.microsoft.com/office/drawing/2014/main" id="{77525C4D-695F-A718-B34A-0053E8C533E3}"/>
              </a:ext>
            </a:extLst>
          </p:cNvPr>
          <p:cNvSpPr/>
          <p:nvPr/>
        </p:nvSpPr>
        <p:spPr>
          <a:xfrm>
            <a:off x="553931" y="6507311"/>
            <a:ext cx="1479807" cy="231006"/>
          </a:xfrm>
          <a:prstGeom prst="roundRect">
            <a:avLst/>
          </a:prstGeom>
          <a:solidFill>
            <a:srgbClr val="0D6EF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5C0FCC-0FD8-8C3C-DB02-254830190C42}"/>
              </a:ext>
            </a:extLst>
          </p:cNvPr>
          <p:cNvSpPr txBox="1"/>
          <p:nvPr/>
        </p:nvSpPr>
        <p:spPr>
          <a:xfrm>
            <a:off x="4572001" y="213702"/>
            <a:ext cx="7460994" cy="11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7400" b="0" i="0" u="none" dirty="0">
                <a:solidFill>
                  <a:srgbClr val="0F172A"/>
                </a:solidFill>
                <a:latin typeface="Poppins ExtraBold"/>
              </a:rPr>
              <a:t>{{WORD}}</a:t>
            </a:r>
            <a:endParaRPr sz="7400" b="0" i="0" u="none" dirty="0">
              <a:solidFill>
                <a:srgbClr val="0F172A"/>
              </a:solidFill>
              <a:latin typeface="Poppins ExtraBold"/>
            </a:endParaRPr>
          </a:p>
        </p:txBody>
      </p:sp>
    </p:spTree>
    <p:extLst>
      <p:ext uri="{BB962C8B-B14F-4D97-AF65-F5344CB8AC3E}">
        <p14:creationId xmlns:p14="http://schemas.microsoft.com/office/powerpoint/2010/main" val="38260230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63B76A-1DDC-E908-B715-4D5AD5C46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4C255B0C-908B-760D-5C59-55332535CA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5329CAB9-5A4C-4E45-9F44-064B8C9040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AD9AD66-C36B-CDA3-60DF-3DE8F53026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0" name="FUTURE_SENTENCE">
            <a:extLst>
              <a:ext uri="{FF2B5EF4-FFF2-40B4-BE49-F238E27FC236}">
                <a16:creationId xmlns:a16="http://schemas.microsoft.com/office/drawing/2014/main" id="{A7719EB7-F939-9669-5498-08964765C4AB}"/>
              </a:ext>
            </a:extLst>
          </p:cNvPr>
          <p:cNvSpPr txBox="1"/>
          <p:nvPr/>
        </p:nvSpPr>
        <p:spPr>
          <a:xfrm>
            <a:off x="2630128" y="5984803"/>
            <a:ext cx="8774982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{{</a:t>
            </a:r>
            <a:r>
              <a:rPr lang="en-GB" sz="2400" dirty="0">
                <a:solidFill>
                  <a:srgbClr val="2A3644"/>
                </a:solidFill>
                <a:latin typeface="Poppins ExtraBold"/>
              </a:rPr>
              <a:t>F</a:t>
            </a:r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UTURE</a:t>
            </a:r>
            <a:r>
              <a:rPr lang="en-GB" sz="2400" dirty="0">
                <a:solidFill>
                  <a:srgbClr val="2A3644"/>
                </a:solidFill>
                <a:latin typeface="Poppins ExtraBold"/>
              </a:rPr>
              <a:t>_SENTENCE</a:t>
            </a:r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}}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1FEC5A9-E247-9090-8B5E-DF195BFCAB9D}"/>
              </a:ext>
            </a:extLst>
          </p:cNvPr>
          <p:cNvSpPr txBox="1"/>
          <p:nvPr/>
        </p:nvSpPr>
        <p:spPr>
          <a:xfrm>
            <a:off x="8820449" y="2549723"/>
            <a:ext cx="3412926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{{BASE_FORM}}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{{PRESENT_FORM}}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{{PAST_FORM}}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612C5B2-CFF0-4A87-C883-30EC409E492D}"/>
              </a:ext>
            </a:extLst>
          </p:cNvPr>
          <p:cNvSpPr txBox="1"/>
          <p:nvPr/>
        </p:nvSpPr>
        <p:spPr>
          <a:xfrm>
            <a:off x="2630128" y="4432329"/>
            <a:ext cx="9202532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{{PAST_SENTENCE}}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pic>
        <p:nvPicPr>
          <p:cNvPr id="4" name="VOCAB_IMAGE" descr="image.png">
            <a:extLst>
              <a:ext uri="{FF2B5EF4-FFF2-40B4-BE49-F238E27FC236}">
                <a16:creationId xmlns:a16="http://schemas.microsoft.com/office/drawing/2014/main" id="{453A244D-653E-CCB6-F580-EB06975F031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1"/>
            <a:ext cx="4719484" cy="355743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A6F48EE-5878-99D8-5636-D1B0BA937A96}"/>
              </a:ext>
            </a:extLst>
          </p:cNvPr>
          <p:cNvSpPr txBox="1"/>
          <p:nvPr/>
        </p:nvSpPr>
        <p:spPr>
          <a:xfrm>
            <a:off x="2630128" y="5247818"/>
            <a:ext cx="877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{{</a:t>
            </a:r>
            <a:r>
              <a:rPr lang="en-GB" sz="2400" dirty="0">
                <a:solidFill>
                  <a:srgbClr val="2A3644"/>
                </a:solidFill>
                <a:latin typeface="Poppins ExtraBold"/>
              </a:rPr>
              <a:t>PRESENT_SENTENCE</a:t>
            </a:r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}}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97910E-8E8D-2CA3-A434-3288D087C590}"/>
              </a:ext>
            </a:extLst>
          </p:cNvPr>
          <p:cNvSpPr txBox="1"/>
          <p:nvPr/>
        </p:nvSpPr>
        <p:spPr>
          <a:xfrm>
            <a:off x="7277098" y="131824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u="none" dirty="0">
                <a:solidFill>
                  <a:srgbClr val="472D33"/>
                </a:solidFill>
                <a:latin typeface="Poppins ExtraBold"/>
              </a:rPr>
              <a:t>{{</a:t>
            </a:r>
            <a:r>
              <a:rPr lang="en-GB" sz="1400" dirty="0">
                <a:solidFill>
                  <a:srgbClr val="472D33"/>
                </a:solidFill>
                <a:latin typeface="Poppins ExtraBold"/>
              </a:rPr>
              <a:t>PRONUNCIATION</a:t>
            </a:r>
            <a:r>
              <a:rPr lang="en-GB" sz="1650" u="none" dirty="0">
                <a:solidFill>
                  <a:srgbClr val="472D33"/>
                </a:solidFill>
                <a:latin typeface="Poppins ExtraBold"/>
              </a:rPr>
              <a:t>}}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4949B3C-0209-A9C4-8867-0E5336B71BC2}"/>
              </a:ext>
            </a:extLst>
          </p:cNvPr>
          <p:cNvSpPr txBox="1"/>
          <p:nvPr/>
        </p:nvSpPr>
        <p:spPr>
          <a:xfrm>
            <a:off x="5697178" y="1633750"/>
            <a:ext cx="5998291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700" b="1" i="0" u="none" dirty="0">
                <a:solidFill>
                  <a:srgbClr val="1E293B"/>
                </a:solidFill>
                <a:latin typeface="Poppins"/>
              </a:rPr>
              <a:t>{{MEANING}}</a:t>
            </a:r>
            <a:endParaRPr sz="2700" b="1" i="0" u="none" dirty="0">
              <a:solidFill>
                <a:srgbClr val="1E293B"/>
              </a:solidFill>
              <a:latin typeface="Poppin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B802CE3-BE68-3275-3CF6-F7AD9F7537BD}"/>
              </a:ext>
            </a:extLst>
          </p:cNvPr>
          <p:cNvSpPr txBox="1"/>
          <p:nvPr/>
        </p:nvSpPr>
        <p:spPr>
          <a:xfrm>
            <a:off x="4889704" y="2526335"/>
            <a:ext cx="3806620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000" dirty="0">
                <a:solidFill>
                  <a:srgbClr val="475569"/>
                </a:solidFill>
                <a:latin typeface="Noto Sans SemiBold"/>
              </a:rPr>
              <a:t>HINDI</a:t>
            </a:r>
            <a:r>
              <a:rPr lang="en-GB" sz="20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0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2000" dirty="0"/>
              <a:t>
</a:t>
            </a:r>
            <a:r>
              <a:rPr sz="20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000" dirty="0">
                <a:solidFill>
                  <a:srgbClr val="475569"/>
                </a:solidFill>
                <a:latin typeface="Noto Sans SemiBold"/>
              </a:rPr>
              <a:t>MALAYALAM</a:t>
            </a:r>
            <a:r>
              <a:rPr lang="en-GB" sz="20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0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2000" dirty="0"/>
              <a:t>
</a:t>
            </a:r>
            <a:r>
              <a:rPr sz="20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000" dirty="0">
                <a:solidFill>
                  <a:srgbClr val="475569"/>
                </a:solidFill>
                <a:latin typeface="Noto Sans SemiBold"/>
              </a:rPr>
              <a:t>TAMIL</a:t>
            </a:r>
            <a:r>
              <a:rPr lang="en-GB" sz="20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endParaRPr sz="2000" b="0" i="0" u="none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C75A85-7ACD-EC6C-BD01-74C02766CB35}"/>
              </a:ext>
            </a:extLst>
          </p:cNvPr>
          <p:cNvSpPr txBox="1"/>
          <p:nvPr/>
        </p:nvSpPr>
        <p:spPr>
          <a:xfrm>
            <a:off x="296784" y="6156796"/>
            <a:ext cx="1994105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{{</a:t>
            </a:r>
            <a:r>
              <a:rPr lang="en-GB" sz="1500" dirty="0">
                <a:solidFill>
                  <a:srgbClr val="64748B"/>
                </a:solidFill>
                <a:latin typeface="Poppins SemiBold"/>
              </a:rPr>
              <a:t>WORD_NUMBER</a:t>
            </a:r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}}</a:t>
            </a:r>
            <a:endParaRPr sz="1500" b="0" i="0" u="none" dirty="0">
              <a:solidFill>
                <a:srgbClr val="2563EB"/>
              </a:solidFill>
              <a:latin typeface="Poppins SemiBold"/>
            </a:endParaRPr>
          </a:p>
        </p:txBody>
      </p:sp>
      <p:sp>
        <p:nvSpPr>
          <p:cNvPr id="16" name="PROGRESS_TRACK">
            <a:extLst>
              <a:ext uri="{FF2B5EF4-FFF2-40B4-BE49-F238E27FC236}">
                <a16:creationId xmlns:a16="http://schemas.microsoft.com/office/drawing/2014/main" id="{190DD530-3681-6651-ABD7-ED25759DEBCF}"/>
              </a:ext>
            </a:extLst>
          </p:cNvPr>
          <p:cNvSpPr/>
          <p:nvPr/>
        </p:nvSpPr>
        <p:spPr>
          <a:xfrm>
            <a:off x="553932" y="6507311"/>
            <a:ext cx="1479807" cy="231006"/>
          </a:xfrm>
          <a:prstGeom prst="roundRect">
            <a:avLst/>
          </a:prstGeom>
          <a:solidFill>
            <a:srgbClr val="E0E0E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1" name="PROGRESS_FILL">
            <a:extLst>
              <a:ext uri="{FF2B5EF4-FFF2-40B4-BE49-F238E27FC236}">
                <a16:creationId xmlns:a16="http://schemas.microsoft.com/office/drawing/2014/main" id="{4B71666D-6536-CA5E-E603-EA34D3B0D5F2}"/>
              </a:ext>
            </a:extLst>
          </p:cNvPr>
          <p:cNvSpPr/>
          <p:nvPr/>
        </p:nvSpPr>
        <p:spPr>
          <a:xfrm>
            <a:off x="553931" y="6507311"/>
            <a:ext cx="1479807" cy="231006"/>
          </a:xfrm>
          <a:prstGeom prst="roundRect">
            <a:avLst/>
          </a:prstGeom>
          <a:solidFill>
            <a:srgbClr val="0D6EF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2967738-E81B-FB92-320E-5DE7069425EA}"/>
              </a:ext>
            </a:extLst>
          </p:cNvPr>
          <p:cNvSpPr txBox="1"/>
          <p:nvPr/>
        </p:nvSpPr>
        <p:spPr>
          <a:xfrm>
            <a:off x="4572001" y="213702"/>
            <a:ext cx="7460994" cy="11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7400" b="0" i="0" u="none" dirty="0">
                <a:solidFill>
                  <a:srgbClr val="0F172A"/>
                </a:solidFill>
                <a:latin typeface="Poppins ExtraBold"/>
              </a:rPr>
              <a:t>{{WORD}}</a:t>
            </a:r>
            <a:endParaRPr sz="7400" b="0" i="0" u="none" dirty="0">
              <a:solidFill>
                <a:srgbClr val="0F172A"/>
              </a:solidFill>
              <a:latin typeface="Poppins ExtraBold"/>
            </a:endParaRPr>
          </a:p>
        </p:txBody>
      </p:sp>
    </p:spTree>
    <p:extLst>
      <p:ext uri="{BB962C8B-B14F-4D97-AF65-F5344CB8AC3E}">
        <p14:creationId xmlns:p14="http://schemas.microsoft.com/office/powerpoint/2010/main" val="41533148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</TotalTime>
  <Words>222</Words>
  <Application>Microsoft Office PowerPoint</Application>
  <PresentationFormat>Widescreen</PresentationFormat>
  <Paragraphs>30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1" baseType="lpstr">
      <vt:lpstr>Arial</vt:lpstr>
      <vt:lpstr>Calibri</vt:lpstr>
      <vt:lpstr>Noto Sans SemiBold</vt:lpstr>
      <vt:lpstr>Poppins</vt:lpstr>
      <vt:lpstr>Poppins ExtraBold</vt:lpstr>
      <vt:lpstr>Poppins SemiBold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Dell</dc:creator>
  <cp:keywords/>
  <dc:description>generated using python-pptx</dc:description>
  <cp:lastModifiedBy>Prince N R</cp:lastModifiedBy>
  <cp:revision>13</cp:revision>
  <dcterms:created xsi:type="dcterms:W3CDTF">2013-01-27T09:14:16Z</dcterms:created>
  <dcterms:modified xsi:type="dcterms:W3CDTF">2026-08-24T08:06:25Z</dcterms:modified>
  <cp:category/>
</cp:coreProperties>
</file>