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2" r:id="rId3"/>
    <p:sldId id="263" r:id="rId4"/>
    <p:sldId id="264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A3644"/>
    <a:srgbClr val="1C1C1C"/>
    <a:srgbClr val="2F4F4F"/>
    <a:srgbClr val="1E293B"/>
    <a:srgbClr val="1F1B1D"/>
    <a:srgbClr val="616161"/>
    <a:srgbClr val="201A1E"/>
    <a:srgbClr val="472D33"/>
    <a:srgbClr val="B6BCD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7" d="100"/>
          <a:sy n="97" d="100"/>
        </p:scale>
        <p:origin x="99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{{</a:t>
            </a:r>
            <a:r>
              <a:rPr lang="en-GB" sz="1400" dirty="0">
                <a:solidFill>
                  <a:srgbClr val="472D33"/>
                </a:solidFill>
                <a:latin typeface="Poppins ExtraBold"/>
              </a:rPr>
              <a:t>PRONUNCIATION</a:t>
            </a:r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}}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pic>
        <p:nvPicPr>
          <p:cNvPr id="6" name="VOCAB_IMAGE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774" y="151320"/>
            <a:ext cx="4178709" cy="34061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69858" y="380999"/>
            <a:ext cx="5781368" cy="11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7400" b="0" i="0" u="none" dirty="0">
                <a:solidFill>
                  <a:srgbClr val="0F172A"/>
                </a:solidFill>
                <a:latin typeface="Poppins ExtraBold"/>
              </a:rPr>
              <a:t>{{WORD}}</a:t>
            </a:r>
            <a:endParaRPr sz="74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52935" y="1760255"/>
            <a:ext cx="5998291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700" b="1" i="0" u="none" dirty="0">
                <a:solidFill>
                  <a:srgbClr val="1E293B"/>
                </a:solidFill>
                <a:latin typeface="Poppins"/>
              </a:rPr>
              <a:t>{{MEANING}}</a:t>
            </a:r>
            <a:endParaRPr sz="2700" b="1" i="0" u="none" dirty="0">
              <a:solidFill>
                <a:srgbClr val="1E293B"/>
              </a:solidFill>
              <a:latin typeface="Poppin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889704" y="2256576"/>
            <a:ext cx="3806620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HINDI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MALAYALAM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TAMIL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endParaRPr sz="2400" b="0" i="0" u="none" dirty="0">
              <a:solidFill>
                <a:srgbClr val="475569"/>
              </a:solidFill>
              <a:latin typeface="Noto Sans SemiBold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197AB29-D224-5631-2BF3-17C2CE43B15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C637730-1B9E-59C6-288A-947E01A8B966}"/>
              </a:ext>
            </a:extLst>
          </p:cNvPr>
          <p:cNvSpPr txBox="1"/>
          <p:nvPr/>
        </p:nvSpPr>
        <p:spPr>
          <a:xfrm>
            <a:off x="8820449" y="2549723"/>
            <a:ext cx="3412926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{{BASE_FORM}}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{{PRESENT_FORM}}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{{PAST_FORM}}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56539C-F08B-4B45-4266-DC41981373F4}"/>
              </a:ext>
            </a:extLst>
          </p:cNvPr>
          <p:cNvSpPr txBox="1"/>
          <p:nvPr/>
        </p:nvSpPr>
        <p:spPr>
          <a:xfrm>
            <a:off x="226314" y="6356494"/>
            <a:ext cx="1994105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{{</a:t>
            </a:r>
            <a:r>
              <a:rPr lang="en-GB" sz="1500" dirty="0">
                <a:solidFill>
                  <a:srgbClr val="64748B"/>
                </a:solidFill>
                <a:latin typeface="Poppins SemiBold"/>
              </a:rPr>
              <a:t>WORD_NUMBER</a:t>
            </a:r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}}</a:t>
            </a:r>
            <a:endParaRPr sz="1500" b="0" i="0" u="none" dirty="0">
              <a:solidFill>
                <a:srgbClr val="2563EB"/>
              </a:solidFill>
              <a:latin typeface="Poppins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EA1FAF-FDF6-D262-4A6E-8F98ACE4A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DA81A8A7-71C2-A8EE-E03C-BD486F868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A1C92A-00A5-A774-61BC-3DADB71CCAEC}"/>
              </a:ext>
            </a:extLst>
          </p:cNvPr>
          <p:cNvSpPr txBox="1"/>
          <p:nvPr/>
        </p:nvSpPr>
        <p:spPr>
          <a:xfrm>
            <a:off x="226314" y="6356494"/>
            <a:ext cx="1994105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{{</a:t>
            </a:r>
            <a:r>
              <a:rPr lang="en-GB" sz="1500" dirty="0">
                <a:solidFill>
                  <a:srgbClr val="64748B"/>
                </a:solidFill>
                <a:latin typeface="Poppins SemiBold"/>
              </a:rPr>
              <a:t>WORD_NUMBER</a:t>
            </a:r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}}</a:t>
            </a:r>
            <a:endParaRPr sz="1500" b="0" i="0" u="none" dirty="0">
              <a:solidFill>
                <a:srgbClr val="2563EB"/>
              </a:solidFill>
              <a:latin typeface="Poppins Semi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5EB1EB-12A8-4C78-7555-C064C72F1E0A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{{</a:t>
            </a:r>
            <a:r>
              <a:rPr lang="en-GB" sz="1400" dirty="0">
                <a:solidFill>
                  <a:srgbClr val="472D33"/>
                </a:solidFill>
                <a:latin typeface="Poppins ExtraBold"/>
              </a:rPr>
              <a:t>PRONUNCIATION</a:t>
            </a:r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}}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E92E79E2-5CAD-D379-5C20-8A1707B00B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B967A89-D0B6-0911-7979-8252ABD5BB96}"/>
              </a:ext>
            </a:extLst>
          </p:cNvPr>
          <p:cNvSpPr txBox="1"/>
          <p:nvPr/>
        </p:nvSpPr>
        <p:spPr>
          <a:xfrm>
            <a:off x="5869858" y="380999"/>
            <a:ext cx="5781368" cy="11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7400" b="0" i="0" u="none" dirty="0">
                <a:solidFill>
                  <a:srgbClr val="0F172A"/>
                </a:solidFill>
                <a:latin typeface="Poppins ExtraBold"/>
              </a:rPr>
              <a:t>{{WORD}}</a:t>
            </a:r>
            <a:endParaRPr sz="74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2C42FA-D19F-3E1A-4385-361C1AE5B3B6}"/>
              </a:ext>
            </a:extLst>
          </p:cNvPr>
          <p:cNvSpPr txBox="1"/>
          <p:nvPr/>
        </p:nvSpPr>
        <p:spPr>
          <a:xfrm>
            <a:off x="5652935" y="1760255"/>
            <a:ext cx="5998291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700" b="1" i="0" u="none" dirty="0">
                <a:solidFill>
                  <a:srgbClr val="1E293B"/>
                </a:solidFill>
                <a:latin typeface="Poppins"/>
              </a:rPr>
              <a:t>{{MEANING}}</a:t>
            </a:r>
            <a:endParaRPr sz="27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BA704EA-DBA6-7A74-1E29-E0E399DC95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6EB2755-2C05-216C-E7F7-E2AE9F2E1A93}"/>
              </a:ext>
            </a:extLst>
          </p:cNvPr>
          <p:cNvSpPr txBox="1"/>
          <p:nvPr/>
        </p:nvSpPr>
        <p:spPr>
          <a:xfrm>
            <a:off x="2630128" y="4432329"/>
            <a:ext cx="920253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{{PAST_SENTENCE}}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pic>
        <p:nvPicPr>
          <p:cNvPr id="16" name="VOCAB_IMAGE" descr="image.png">
            <a:extLst>
              <a:ext uri="{FF2B5EF4-FFF2-40B4-BE49-F238E27FC236}">
                <a16:creationId xmlns:a16="http://schemas.microsoft.com/office/drawing/2014/main" id="{EB6F6498-06FD-CD32-84B5-AC82418A3B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774" y="151320"/>
            <a:ext cx="4178709" cy="3406118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5CDFC0C-0262-8976-8D9D-643D44D1950F}"/>
              </a:ext>
            </a:extLst>
          </p:cNvPr>
          <p:cNvSpPr txBox="1"/>
          <p:nvPr/>
        </p:nvSpPr>
        <p:spPr>
          <a:xfrm>
            <a:off x="8820449" y="2549723"/>
            <a:ext cx="3412926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{{BASE_FORM}}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{{PRESENT_FORM}}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{{PAST_FORM}}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1235F0-AACD-CD45-0660-3233574E863F}"/>
              </a:ext>
            </a:extLst>
          </p:cNvPr>
          <p:cNvSpPr txBox="1"/>
          <p:nvPr/>
        </p:nvSpPr>
        <p:spPr>
          <a:xfrm>
            <a:off x="4889704" y="2256576"/>
            <a:ext cx="3806620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HINDI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MALAYALAM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TAMIL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endParaRPr sz="2400" b="0" i="0" u="none" dirty="0">
              <a:solidFill>
                <a:srgbClr val="475569"/>
              </a:solidFill>
              <a:latin typeface="Noto Sans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2031337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A4F9D1-DD01-2A0C-BA1C-F5AE3F2DD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1B1DB53D-A1BD-2743-4573-1146636AF1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F373F6F7-FF94-4E2E-08A0-C01BE84F1F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D94D832-421C-0BB8-B4EF-2E8C316DDE03}"/>
              </a:ext>
            </a:extLst>
          </p:cNvPr>
          <p:cNvSpPr txBox="1"/>
          <p:nvPr/>
        </p:nvSpPr>
        <p:spPr>
          <a:xfrm>
            <a:off x="5869858" y="380999"/>
            <a:ext cx="5781368" cy="11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7400" b="0" i="0" u="none" dirty="0">
                <a:solidFill>
                  <a:srgbClr val="0F172A"/>
                </a:solidFill>
                <a:latin typeface="Poppins ExtraBold"/>
              </a:rPr>
              <a:t>{{WORD}}</a:t>
            </a:r>
            <a:endParaRPr sz="74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53BDB0-0299-1C06-2767-B086D47E946D}"/>
              </a:ext>
            </a:extLst>
          </p:cNvPr>
          <p:cNvSpPr txBox="1"/>
          <p:nvPr/>
        </p:nvSpPr>
        <p:spPr>
          <a:xfrm>
            <a:off x="5652935" y="1760255"/>
            <a:ext cx="5998291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700" b="1" i="0" u="none" dirty="0">
                <a:solidFill>
                  <a:srgbClr val="1E293B"/>
                </a:solidFill>
                <a:latin typeface="Poppins"/>
              </a:rPr>
              <a:t>{{MEANING}}</a:t>
            </a:r>
            <a:endParaRPr sz="27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2892612-1B2E-1773-39E7-B2EC7757F3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67BCAC7-9746-3084-D20B-C02A99CD59B2}"/>
              </a:ext>
            </a:extLst>
          </p:cNvPr>
          <p:cNvSpPr txBox="1"/>
          <p:nvPr/>
        </p:nvSpPr>
        <p:spPr>
          <a:xfrm>
            <a:off x="2843902" y="5157522"/>
            <a:ext cx="877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</a:t>
            </a:r>
            <a:r>
              <a:rPr lang="en-GB" sz="2400" dirty="0">
                <a:solidFill>
                  <a:srgbClr val="2A3644"/>
                </a:solidFill>
                <a:latin typeface="Poppins ExtraBold"/>
              </a:rPr>
              <a:t>PRESENT_SENTENCE</a:t>
            </a:r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F040D1-7AEE-F23C-8FFD-4CF774A52A05}"/>
              </a:ext>
            </a:extLst>
          </p:cNvPr>
          <p:cNvSpPr txBox="1"/>
          <p:nvPr/>
        </p:nvSpPr>
        <p:spPr>
          <a:xfrm>
            <a:off x="226314" y="6356494"/>
            <a:ext cx="1994105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{{</a:t>
            </a:r>
            <a:r>
              <a:rPr lang="en-GB" sz="1500" dirty="0">
                <a:solidFill>
                  <a:srgbClr val="64748B"/>
                </a:solidFill>
                <a:latin typeface="Poppins SemiBold"/>
              </a:rPr>
              <a:t>WORD_NUMBER</a:t>
            </a:r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}}</a:t>
            </a:r>
            <a:endParaRPr sz="1500" b="0" i="0" u="none" dirty="0">
              <a:solidFill>
                <a:srgbClr val="2563EB"/>
              </a:solidFill>
              <a:latin typeface="Poppins SemiBold"/>
            </a:endParaRPr>
          </a:p>
        </p:txBody>
      </p:sp>
      <p:pic>
        <p:nvPicPr>
          <p:cNvPr id="17" name="VOCAB_IMAGE" descr="image.png">
            <a:extLst>
              <a:ext uri="{FF2B5EF4-FFF2-40B4-BE49-F238E27FC236}">
                <a16:creationId xmlns:a16="http://schemas.microsoft.com/office/drawing/2014/main" id="{DED14AEE-B905-1667-0F2E-3B34BF0060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774" y="151320"/>
            <a:ext cx="4178709" cy="3406118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91F0482-326F-EE74-B18A-65FC3B640E92}"/>
              </a:ext>
            </a:extLst>
          </p:cNvPr>
          <p:cNvSpPr txBox="1"/>
          <p:nvPr/>
        </p:nvSpPr>
        <p:spPr>
          <a:xfrm>
            <a:off x="8820449" y="2549723"/>
            <a:ext cx="3412926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{{BASE_FORM}}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{{PRESENT_FORM}}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{{PAST_FORM}}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90BF58F-2AA1-5ACF-5E4F-09BCECD71671}"/>
              </a:ext>
            </a:extLst>
          </p:cNvPr>
          <p:cNvSpPr txBox="1"/>
          <p:nvPr/>
        </p:nvSpPr>
        <p:spPr>
          <a:xfrm>
            <a:off x="4889704" y="2256576"/>
            <a:ext cx="3806620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HINDI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MALAYALAM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TAMIL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endParaRPr sz="2400" b="0" i="0" u="none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5D623EB-2A7F-7E13-A27F-15A5483F3E36}"/>
              </a:ext>
            </a:extLst>
          </p:cNvPr>
          <p:cNvSpPr txBox="1"/>
          <p:nvPr/>
        </p:nvSpPr>
        <p:spPr>
          <a:xfrm>
            <a:off x="2630128" y="4432329"/>
            <a:ext cx="920253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{{PAST_SENTENCE}}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D793BF9-6668-B68C-6469-0785C86AA080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{{</a:t>
            </a:r>
            <a:r>
              <a:rPr lang="en-GB" sz="1400" dirty="0">
                <a:solidFill>
                  <a:srgbClr val="472D33"/>
                </a:solidFill>
                <a:latin typeface="Poppins ExtraBold"/>
              </a:rPr>
              <a:t>PRONUNCIATION</a:t>
            </a:r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}}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3826023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63B76A-1DDC-E908-B715-4D5AD5C46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4C255B0C-908B-760D-5C59-55332535CA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5329CAB9-5A4C-4E45-9F44-064B8C9040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E19242B-B8EF-E742-6363-D66D6E904EA3}"/>
              </a:ext>
            </a:extLst>
          </p:cNvPr>
          <p:cNvSpPr txBox="1"/>
          <p:nvPr/>
        </p:nvSpPr>
        <p:spPr>
          <a:xfrm>
            <a:off x="5869858" y="380999"/>
            <a:ext cx="5781368" cy="11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7400" b="0" i="0" u="none" dirty="0">
                <a:solidFill>
                  <a:srgbClr val="0F172A"/>
                </a:solidFill>
                <a:latin typeface="Poppins ExtraBold"/>
              </a:rPr>
              <a:t>{{WORD}}</a:t>
            </a:r>
            <a:endParaRPr sz="74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FA01F0-8011-B7A8-5886-E85AF764AA61}"/>
              </a:ext>
            </a:extLst>
          </p:cNvPr>
          <p:cNvSpPr txBox="1"/>
          <p:nvPr/>
        </p:nvSpPr>
        <p:spPr>
          <a:xfrm>
            <a:off x="5652935" y="1760255"/>
            <a:ext cx="5998291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700" b="1" i="0" u="none" dirty="0">
                <a:solidFill>
                  <a:srgbClr val="1E293B"/>
                </a:solidFill>
                <a:latin typeface="Poppins"/>
              </a:rPr>
              <a:t>{{MEANING}}</a:t>
            </a:r>
            <a:endParaRPr sz="27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AD9AD66-C36B-CDA3-60DF-3DE8F53026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7719EB7-F939-9669-5498-08964765C4AB}"/>
              </a:ext>
            </a:extLst>
          </p:cNvPr>
          <p:cNvSpPr txBox="1"/>
          <p:nvPr/>
        </p:nvSpPr>
        <p:spPr>
          <a:xfrm>
            <a:off x="3151085" y="5852149"/>
            <a:ext cx="7560085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</a:t>
            </a:r>
            <a:r>
              <a:rPr lang="en-GB" sz="2400" dirty="0">
                <a:solidFill>
                  <a:srgbClr val="2A3644"/>
                </a:solidFill>
                <a:latin typeface="Poppins ExtraBold"/>
              </a:rPr>
              <a:t>F</a:t>
            </a:r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UTURE</a:t>
            </a:r>
            <a:r>
              <a:rPr lang="en-GB" sz="2400" dirty="0">
                <a:solidFill>
                  <a:srgbClr val="2A3644"/>
                </a:solidFill>
                <a:latin typeface="Poppins ExtraBold"/>
              </a:rPr>
              <a:t>_SENTENCE</a:t>
            </a:r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8E03C0-DDC1-2068-80EC-D8AB75DB105D}"/>
              </a:ext>
            </a:extLst>
          </p:cNvPr>
          <p:cNvSpPr txBox="1"/>
          <p:nvPr/>
        </p:nvSpPr>
        <p:spPr>
          <a:xfrm>
            <a:off x="226314" y="6356494"/>
            <a:ext cx="1994105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{{</a:t>
            </a:r>
            <a:r>
              <a:rPr lang="en-GB" sz="1500" dirty="0">
                <a:solidFill>
                  <a:srgbClr val="64748B"/>
                </a:solidFill>
                <a:latin typeface="Poppins SemiBold"/>
              </a:rPr>
              <a:t>WORD_NUMBER</a:t>
            </a:r>
            <a:r>
              <a:rPr lang="en-GB" sz="1500" b="0" i="0" u="none" dirty="0">
                <a:solidFill>
                  <a:srgbClr val="64748B"/>
                </a:solidFill>
                <a:latin typeface="Poppins SemiBold"/>
              </a:rPr>
              <a:t>}}</a:t>
            </a:r>
            <a:endParaRPr sz="1500" b="0" i="0" u="none" dirty="0">
              <a:solidFill>
                <a:srgbClr val="2563EB"/>
              </a:solidFill>
              <a:latin typeface="Poppins SemiBold"/>
            </a:endParaRPr>
          </a:p>
        </p:txBody>
      </p:sp>
      <p:pic>
        <p:nvPicPr>
          <p:cNvPr id="18" name="VOCAB_IMAGE" descr="image.png">
            <a:extLst>
              <a:ext uri="{FF2B5EF4-FFF2-40B4-BE49-F238E27FC236}">
                <a16:creationId xmlns:a16="http://schemas.microsoft.com/office/drawing/2014/main" id="{FBA18E64-1E4C-2FB8-27F8-121619540C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774" y="151320"/>
            <a:ext cx="4178709" cy="3406118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1FEC5A9-E247-9090-8B5E-DF195BFCAB9D}"/>
              </a:ext>
            </a:extLst>
          </p:cNvPr>
          <p:cNvSpPr txBox="1"/>
          <p:nvPr/>
        </p:nvSpPr>
        <p:spPr>
          <a:xfrm>
            <a:off x="8820449" y="2549723"/>
            <a:ext cx="3412926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{{BASE_FORM}}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{{PRESENT_FORM}}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{{PAST_FORM}}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EBBDC52-4415-C3D9-2821-786E9566F9C4}"/>
              </a:ext>
            </a:extLst>
          </p:cNvPr>
          <p:cNvSpPr txBox="1"/>
          <p:nvPr/>
        </p:nvSpPr>
        <p:spPr>
          <a:xfrm>
            <a:off x="4889704" y="2256576"/>
            <a:ext cx="3806620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HINDI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MALAYALAM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,</a:t>
            </a:r>
            <a:r>
              <a:rPr dirty="0"/>
              <a:t>
</a:t>
            </a:r>
            <a:r>
              <a:rPr sz="2400" b="0" i="0" u="none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{{</a:t>
            </a:r>
            <a:r>
              <a:rPr lang="en-GB" sz="2400" dirty="0">
                <a:solidFill>
                  <a:srgbClr val="475569"/>
                </a:solidFill>
                <a:latin typeface="Noto Sans SemiBold"/>
              </a:rPr>
              <a:t>TAMIL</a:t>
            </a:r>
            <a:r>
              <a:rPr lang="en-GB" sz="2400" b="0" i="0" u="none" dirty="0">
                <a:solidFill>
                  <a:srgbClr val="475569"/>
                </a:solidFill>
                <a:latin typeface="Noto Sans SemiBold"/>
              </a:rPr>
              <a:t>}}</a:t>
            </a:r>
            <a:endParaRPr sz="2400" b="0" i="0" u="none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ACC22F-7B3D-34DE-DA3D-5C15B7717514}"/>
              </a:ext>
            </a:extLst>
          </p:cNvPr>
          <p:cNvSpPr txBox="1"/>
          <p:nvPr/>
        </p:nvSpPr>
        <p:spPr>
          <a:xfrm>
            <a:off x="2843902" y="5157522"/>
            <a:ext cx="877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</a:t>
            </a:r>
            <a:r>
              <a:rPr lang="en-GB" sz="2400" dirty="0">
                <a:solidFill>
                  <a:srgbClr val="2A3644"/>
                </a:solidFill>
                <a:latin typeface="Poppins ExtraBold"/>
              </a:rPr>
              <a:t>PRESENT_SENTENCE</a:t>
            </a:r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12C5B2-CFF0-4A87-C883-30EC409E492D}"/>
              </a:ext>
            </a:extLst>
          </p:cNvPr>
          <p:cNvSpPr txBox="1"/>
          <p:nvPr/>
        </p:nvSpPr>
        <p:spPr>
          <a:xfrm>
            <a:off x="2630128" y="4432329"/>
            <a:ext cx="920253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{{PAST_SENTENCE}}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E2C92EE-F42D-1CE7-8EE0-7AE90461F18C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{{</a:t>
            </a:r>
            <a:r>
              <a:rPr lang="en-GB" sz="1400" dirty="0">
                <a:solidFill>
                  <a:srgbClr val="472D33"/>
                </a:solidFill>
                <a:latin typeface="Poppins ExtraBold"/>
              </a:rPr>
              <a:t>PRONUNCIATION</a:t>
            </a:r>
            <a:r>
              <a:rPr lang="en-GB" sz="1650" u="none" dirty="0">
                <a:solidFill>
                  <a:srgbClr val="472D33"/>
                </a:solidFill>
                <a:latin typeface="Poppins ExtraBold"/>
              </a:rPr>
              <a:t>}}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</p:spTree>
    <p:extLst>
      <p:ext uri="{BB962C8B-B14F-4D97-AF65-F5344CB8AC3E}">
        <p14:creationId xmlns:p14="http://schemas.microsoft.com/office/powerpoint/2010/main" val="41533148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222</Words>
  <Application>Microsoft Office PowerPoint</Application>
  <PresentationFormat>Widescreen</PresentationFormat>
  <Paragraphs>30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Arial</vt:lpstr>
      <vt:lpstr>Calibri</vt:lpstr>
      <vt:lpstr>Noto Sans SemiBold</vt:lpstr>
      <vt:lpstr>Poppins</vt:lpstr>
      <vt:lpstr>Poppins ExtraBold</vt:lpstr>
      <vt:lpstr>Poppins SemiBold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Dell</dc:creator>
  <cp:keywords/>
  <dc:description>generated using python-pptx</dc:description>
  <cp:lastModifiedBy>Prince N R</cp:lastModifiedBy>
  <cp:revision>6</cp:revision>
  <dcterms:created xsi:type="dcterms:W3CDTF">2013-01-27T09:14:16Z</dcterms:created>
  <dcterms:modified xsi:type="dcterms:W3CDTF">2026-08-20T12:33:54Z</dcterms:modified>
  <cp:category/>
</cp:coreProperties>
</file>