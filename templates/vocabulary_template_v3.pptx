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644"/>
    <a:srgbClr val="1C1C1C"/>
    <a:srgbClr val="2F4F4F"/>
    <a:srgbClr val="1E293B"/>
    <a:srgbClr val="1F1B1D"/>
    <a:srgbClr val="616161"/>
    <a:srgbClr val="201A1E"/>
    <a:srgbClr val="472D33"/>
    <a:srgbClr val="B6BC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360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VOCAB_IMAG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61"/>
            <a:ext cx="4719484" cy="35503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89704" y="2457390"/>
            <a:ext cx="38066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97AB29-D224-5631-2BF3-17C2CE43B1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56539C-F08B-4B45-4266-DC41981373F4}"/>
              </a:ext>
            </a:extLst>
          </p:cNvPr>
          <p:cNvSpPr txBox="1"/>
          <p:nvPr/>
        </p:nvSpPr>
        <p:spPr>
          <a:xfrm>
            <a:off x="226314" y="6356494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A1FAF-FDF6-D262-4A6E-8F98ACE4A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81A8A7-71C2-A8EE-E03C-BD486F868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26314" y="6356494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E92E79E2-5CAD-D379-5C20-8A1707B00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A704EA-DBA6-7A74-1E29-E0E399DC95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630128" y="4432329"/>
            <a:ext cx="92025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CDFC0C-0262-8976-8D9D-643D44D1950F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9" name="VOCAB_IMAGE" descr="image.png">
            <a:extLst>
              <a:ext uri="{FF2B5EF4-FFF2-40B4-BE49-F238E27FC236}">
                <a16:creationId xmlns:a16="http://schemas.microsoft.com/office/drawing/2014/main" id="{368E1B53-F0B4-D894-E572-2A3C5253A9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061"/>
            <a:ext cx="4719484" cy="355037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75E7494-AA8E-47C6-92B3-0998CFE885EB}"/>
              </a:ext>
            </a:extLst>
          </p:cNvPr>
          <p:cNvSpPr txBox="1"/>
          <p:nvPr/>
        </p:nvSpPr>
        <p:spPr>
          <a:xfrm>
            <a:off x="4889704" y="2457390"/>
            <a:ext cx="38066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203133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4F9D1-DD01-2A0C-BA1C-F5AE3F2D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1B1DB53D-A1BD-2743-4573-1146636A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F373F6F7-FF94-4E2E-08A0-C01BE84F1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892612-1B2E-1773-39E7-B2EC7757F3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67BCAC7-9746-3084-D20B-C02A99CD59B2}"/>
              </a:ext>
            </a:extLst>
          </p:cNvPr>
          <p:cNvSpPr txBox="1"/>
          <p:nvPr/>
        </p:nvSpPr>
        <p:spPr>
          <a:xfrm>
            <a:off x="2630128" y="5247818"/>
            <a:ext cx="877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PRESENT_SENTENCE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F040D1-7AEE-F23C-8FFD-4CF774A52A05}"/>
              </a:ext>
            </a:extLst>
          </p:cNvPr>
          <p:cNvSpPr txBox="1"/>
          <p:nvPr/>
        </p:nvSpPr>
        <p:spPr>
          <a:xfrm>
            <a:off x="226314" y="6356494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1F0482-326F-EE74-B18A-65FC3B640E92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D623EB-2A7F-7E13-A27F-15A5483F3E36}"/>
              </a:ext>
            </a:extLst>
          </p:cNvPr>
          <p:cNvSpPr txBox="1"/>
          <p:nvPr/>
        </p:nvSpPr>
        <p:spPr>
          <a:xfrm>
            <a:off x="2630128" y="4432329"/>
            <a:ext cx="92025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793BF9-6668-B68C-6469-0785C86AA080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4" name="VOCAB_IMAGE" descr="image.png">
            <a:extLst>
              <a:ext uri="{FF2B5EF4-FFF2-40B4-BE49-F238E27FC236}">
                <a16:creationId xmlns:a16="http://schemas.microsoft.com/office/drawing/2014/main" id="{072C435A-3623-DF6A-1168-7B92D2916A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061"/>
            <a:ext cx="4719484" cy="35503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2C33F70-C76D-DCCC-A106-5AB88D4753B0}"/>
              </a:ext>
            </a:extLst>
          </p:cNvPr>
          <p:cNvSpPr txBox="1"/>
          <p:nvPr/>
        </p:nvSpPr>
        <p:spPr>
          <a:xfrm>
            <a:off x="4889704" y="2457390"/>
            <a:ext cx="38066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826023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3B76A-1DDC-E908-B715-4D5AD5C46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C255B0C-908B-760D-5C59-55332535C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329CAB9-5A4C-4E45-9F44-064B8C904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D9AD66-C36B-CDA3-60DF-3DE8F53026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7719EB7-F939-9669-5498-08964765C4AB}"/>
              </a:ext>
            </a:extLst>
          </p:cNvPr>
          <p:cNvSpPr txBox="1"/>
          <p:nvPr/>
        </p:nvSpPr>
        <p:spPr>
          <a:xfrm>
            <a:off x="2630128" y="5984803"/>
            <a:ext cx="7560085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F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UTURE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8E03C0-DDC1-2068-80EC-D8AB75DB105D}"/>
              </a:ext>
            </a:extLst>
          </p:cNvPr>
          <p:cNvSpPr txBox="1"/>
          <p:nvPr/>
        </p:nvSpPr>
        <p:spPr>
          <a:xfrm>
            <a:off x="226314" y="6356494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FEC5A9-E247-9090-8B5E-DF195BFCAB9D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12C5B2-CFF0-4A87-C883-30EC409E492D}"/>
              </a:ext>
            </a:extLst>
          </p:cNvPr>
          <p:cNvSpPr txBox="1"/>
          <p:nvPr/>
        </p:nvSpPr>
        <p:spPr>
          <a:xfrm>
            <a:off x="2630128" y="4432329"/>
            <a:ext cx="92025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E2C92EE-F42D-1CE7-8EE0-7AE90461F18C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4" name="VOCAB_IMAGE" descr="image.png">
            <a:extLst>
              <a:ext uri="{FF2B5EF4-FFF2-40B4-BE49-F238E27FC236}">
                <a16:creationId xmlns:a16="http://schemas.microsoft.com/office/drawing/2014/main" id="{453A244D-653E-CCB6-F580-EB06975F03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061"/>
            <a:ext cx="4719484" cy="35503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E46360C-C842-CACE-C3FF-8EBF6C160A9D}"/>
              </a:ext>
            </a:extLst>
          </p:cNvPr>
          <p:cNvSpPr txBox="1"/>
          <p:nvPr/>
        </p:nvSpPr>
        <p:spPr>
          <a:xfrm>
            <a:off x="4889704" y="2457390"/>
            <a:ext cx="38066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6F48EE-5878-99D8-5636-D1B0BA937A96}"/>
              </a:ext>
            </a:extLst>
          </p:cNvPr>
          <p:cNvSpPr txBox="1"/>
          <p:nvPr/>
        </p:nvSpPr>
        <p:spPr>
          <a:xfrm>
            <a:off x="2630128" y="5247818"/>
            <a:ext cx="877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PRESENT_SENTENCE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4153314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222</Words>
  <Application>Microsoft Office PowerPoint</Application>
  <PresentationFormat>Widescreen</PresentationFormat>
  <Paragraphs>30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Noto Sans SemiBold</vt:lpstr>
      <vt:lpstr>Poppins</vt:lpstr>
      <vt:lpstr>Poppins ExtraBold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Prince N R</cp:lastModifiedBy>
  <cp:revision>8</cp:revision>
  <dcterms:created xsi:type="dcterms:W3CDTF">2013-01-27T09:14:16Z</dcterms:created>
  <dcterms:modified xsi:type="dcterms:W3CDTF">2026-08-20T12:59:16Z</dcterms:modified>
  <cp:category/>
</cp:coreProperties>
</file>