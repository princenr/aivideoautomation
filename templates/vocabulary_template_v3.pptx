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1C1C1C"/>
    <a:srgbClr val="2F4F4F"/>
    <a:srgbClr val="1E293B"/>
    <a:srgbClr val="1F1B1D"/>
    <a:srgbClr val="616161"/>
    <a:srgbClr val="201A1E"/>
    <a:srgbClr val="472D33"/>
    <a:srgbClr val="B6B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99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77098" y="131824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VOCAB_IMAG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61"/>
            <a:ext cx="4719484" cy="35503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15897" y="213702"/>
            <a:ext cx="6517097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97178" y="1633750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89704" y="2526335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56539C-F08B-4B45-4266-DC41981373F4}"/>
              </a:ext>
            </a:extLst>
          </p:cNvPr>
          <p:cNvSpPr txBox="1"/>
          <p:nvPr/>
        </p:nvSpPr>
        <p:spPr>
          <a:xfrm>
            <a:off x="226314" y="6356494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26314" y="6356494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CDFC0C-0262-8976-8D9D-643D44D1950F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9" name="VOCAB_IMAGE" descr="image.png">
            <a:extLst>
              <a:ext uri="{FF2B5EF4-FFF2-40B4-BE49-F238E27FC236}">
                <a16:creationId xmlns:a16="http://schemas.microsoft.com/office/drawing/2014/main" id="{368E1B53-F0B4-D894-E572-2A3C5253A9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061"/>
            <a:ext cx="4719484" cy="35503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6C92D8-B625-9D83-E207-CF54C1744E87}"/>
              </a:ext>
            </a:extLst>
          </p:cNvPr>
          <p:cNvSpPr txBox="1"/>
          <p:nvPr/>
        </p:nvSpPr>
        <p:spPr>
          <a:xfrm>
            <a:off x="5515897" y="213702"/>
            <a:ext cx="6517097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14FDC0-96B5-11CD-CFED-2E1D12F118E6}"/>
              </a:ext>
            </a:extLst>
          </p:cNvPr>
          <p:cNvSpPr txBox="1"/>
          <p:nvPr/>
        </p:nvSpPr>
        <p:spPr>
          <a:xfrm>
            <a:off x="7277098" y="131824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AA01F0-CDA5-2E9A-FC35-BB3583E37F53}"/>
              </a:ext>
            </a:extLst>
          </p:cNvPr>
          <p:cNvSpPr txBox="1"/>
          <p:nvPr/>
        </p:nvSpPr>
        <p:spPr>
          <a:xfrm>
            <a:off x="5697178" y="1633750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F2757C-E786-9920-5B44-D58460533C42}"/>
              </a:ext>
            </a:extLst>
          </p:cNvPr>
          <p:cNvSpPr txBox="1"/>
          <p:nvPr/>
        </p:nvSpPr>
        <p:spPr>
          <a:xfrm>
            <a:off x="4889704" y="2526335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7BCAC7-9746-3084-D20B-C02A99CD59B2}"/>
              </a:ext>
            </a:extLst>
          </p:cNvPr>
          <p:cNvSpPr txBox="1"/>
          <p:nvPr/>
        </p:nvSpPr>
        <p:spPr>
          <a:xfrm>
            <a:off x="2630128" y="5247818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F040D1-7AEE-F23C-8FFD-4CF774A52A05}"/>
              </a:ext>
            </a:extLst>
          </p:cNvPr>
          <p:cNvSpPr txBox="1"/>
          <p:nvPr/>
        </p:nvSpPr>
        <p:spPr>
          <a:xfrm>
            <a:off x="226314" y="6356494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F0482-326F-EE74-B18A-65FC3B640E92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D623EB-2A7F-7E13-A27F-15A5483F3E36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pic>
        <p:nvPicPr>
          <p:cNvPr id="4" name="VOCAB_IMAGE" descr="image.png">
            <a:extLst>
              <a:ext uri="{FF2B5EF4-FFF2-40B4-BE49-F238E27FC236}">
                <a16:creationId xmlns:a16="http://schemas.microsoft.com/office/drawing/2014/main" id="{072C435A-3623-DF6A-1168-7B92D2916A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061"/>
            <a:ext cx="4719484" cy="35503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D5E0B8-1969-5150-7E87-49689D59AFBF}"/>
              </a:ext>
            </a:extLst>
          </p:cNvPr>
          <p:cNvSpPr txBox="1"/>
          <p:nvPr/>
        </p:nvSpPr>
        <p:spPr>
          <a:xfrm>
            <a:off x="5515897" y="213702"/>
            <a:ext cx="6517097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D9D482-6922-BBCD-7870-A2F266791D4D}"/>
              </a:ext>
            </a:extLst>
          </p:cNvPr>
          <p:cNvSpPr txBox="1"/>
          <p:nvPr/>
        </p:nvSpPr>
        <p:spPr>
          <a:xfrm>
            <a:off x="7277098" y="131824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F5471F-F28D-66C0-3F0E-95BE45FDA550}"/>
              </a:ext>
            </a:extLst>
          </p:cNvPr>
          <p:cNvSpPr txBox="1"/>
          <p:nvPr/>
        </p:nvSpPr>
        <p:spPr>
          <a:xfrm>
            <a:off x="5697178" y="1633750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7DFD58-B561-E5FE-24B6-1ECFF848EE60}"/>
              </a:ext>
            </a:extLst>
          </p:cNvPr>
          <p:cNvSpPr txBox="1"/>
          <p:nvPr/>
        </p:nvSpPr>
        <p:spPr>
          <a:xfrm>
            <a:off x="4889704" y="2526335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719EB7-F939-9669-5498-08964765C4AB}"/>
              </a:ext>
            </a:extLst>
          </p:cNvPr>
          <p:cNvSpPr txBox="1"/>
          <p:nvPr/>
        </p:nvSpPr>
        <p:spPr>
          <a:xfrm>
            <a:off x="2630128" y="5984803"/>
            <a:ext cx="824004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F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UTURE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8E03C0-DDC1-2068-80EC-D8AB75DB105D}"/>
              </a:ext>
            </a:extLst>
          </p:cNvPr>
          <p:cNvSpPr txBox="1"/>
          <p:nvPr/>
        </p:nvSpPr>
        <p:spPr>
          <a:xfrm>
            <a:off x="226314" y="6356494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FEC5A9-E247-9090-8B5E-DF195BFCAB9D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12C5B2-CFF0-4A87-C883-30EC409E492D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pic>
        <p:nvPicPr>
          <p:cNvPr id="4" name="VOCAB_IMAGE" descr="image.png">
            <a:extLst>
              <a:ext uri="{FF2B5EF4-FFF2-40B4-BE49-F238E27FC236}">
                <a16:creationId xmlns:a16="http://schemas.microsoft.com/office/drawing/2014/main" id="{453A244D-653E-CCB6-F580-EB06975F03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061"/>
            <a:ext cx="4719484" cy="35503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A6F48EE-5878-99D8-5636-D1B0BA937A96}"/>
              </a:ext>
            </a:extLst>
          </p:cNvPr>
          <p:cNvSpPr txBox="1"/>
          <p:nvPr/>
        </p:nvSpPr>
        <p:spPr>
          <a:xfrm>
            <a:off x="2630128" y="5247818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4B2B7D-C7F8-A0DE-390F-3455C7396ED4}"/>
              </a:ext>
            </a:extLst>
          </p:cNvPr>
          <p:cNvSpPr txBox="1"/>
          <p:nvPr/>
        </p:nvSpPr>
        <p:spPr>
          <a:xfrm>
            <a:off x="5515897" y="213702"/>
            <a:ext cx="6517097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97910E-8E8D-2CA3-A434-3288D087C590}"/>
              </a:ext>
            </a:extLst>
          </p:cNvPr>
          <p:cNvSpPr txBox="1"/>
          <p:nvPr/>
        </p:nvSpPr>
        <p:spPr>
          <a:xfrm>
            <a:off x="7277098" y="131824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949B3C-0209-A9C4-8867-0E5336B71BC2}"/>
              </a:ext>
            </a:extLst>
          </p:cNvPr>
          <p:cNvSpPr txBox="1"/>
          <p:nvPr/>
        </p:nvSpPr>
        <p:spPr>
          <a:xfrm>
            <a:off x="5697178" y="1633750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802CE3-BE68-3275-3CF6-F7AD9F7537BD}"/>
              </a:ext>
            </a:extLst>
          </p:cNvPr>
          <p:cNvSpPr txBox="1"/>
          <p:nvPr/>
        </p:nvSpPr>
        <p:spPr>
          <a:xfrm>
            <a:off x="4889704" y="2526335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222</Words>
  <Application>Microsoft Office PowerPoint</Application>
  <PresentationFormat>Widescreen</PresentationFormat>
  <Paragraphs>30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9</cp:revision>
  <dcterms:created xsi:type="dcterms:W3CDTF">2013-01-27T09:14:16Z</dcterms:created>
  <dcterms:modified xsi:type="dcterms:W3CDTF">2026-08-21T11:06:01Z</dcterms:modified>
  <cp:category/>
</cp:coreProperties>
</file>