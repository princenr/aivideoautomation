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EFD"/>
    <a:srgbClr val="E0E0E0"/>
    <a:srgbClr val="AAAAAA"/>
    <a:srgbClr val="CCCCCC"/>
    <a:srgbClr val="E9ECEF"/>
    <a:srgbClr val="666666"/>
    <a:srgbClr val="555555"/>
    <a:srgbClr val="2A3644"/>
    <a:srgbClr val="1C1C1C"/>
    <a:srgbClr val="2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836" y="5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73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77098" y="131824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u="none" dirty="0">
                <a:solidFill>
                  <a:srgbClr val="472D33"/>
                </a:solidFill>
                <a:latin typeface="Poppins ExtraBold"/>
              </a:rPr>
              <a:t>{{</a:t>
            </a:r>
            <a:r>
              <a:rPr lang="en-GB" sz="1400" dirty="0">
                <a:solidFill>
                  <a:srgbClr val="472D33"/>
                </a:solidFill>
                <a:latin typeface="Poppins ExtraBold"/>
              </a:rPr>
              <a:t>PRONUNCIATION</a:t>
            </a:r>
            <a:r>
              <a:rPr lang="en-GB" sz="1650" u="none" dirty="0">
                <a:solidFill>
                  <a:srgbClr val="472D33"/>
                </a:solidFill>
                <a:latin typeface="Poppins ExtraBold"/>
              </a:rPr>
              <a:t>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VOCAB_IMAG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719484" cy="35574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15897" y="213702"/>
            <a:ext cx="6517097" cy="11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74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74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97178" y="1633750"/>
            <a:ext cx="599829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7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7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89704" y="2526335"/>
            <a:ext cx="38066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2400" b="0" i="0" u="none" dirty="0">
              <a:solidFill>
                <a:srgbClr val="475569"/>
              </a:solidFill>
              <a:latin typeface="Noto Sans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820449" y="2549723"/>
            <a:ext cx="341292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56539C-F08B-4B45-4266-DC41981373F4}"/>
              </a:ext>
            </a:extLst>
          </p:cNvPr>
          <p:cNvSpPr txBox="1"/>
          <p:nvPr/>
        </p:nvSpPr>
        <p:spPr>
          <a:xfrm>
            <a:off x="296784" y="6156796"/>
            <a:ext cx="1994105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endParaRPr sz="1500" b="0" i="0" u="none" dirty="0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18" name="PROGRESS_TRACK">
            <a:extLst>
              <a:ext uri="{FF2B5EF4-FFF2-40B4-BE49-F238E27FC236}">
                <a16:creationId xmlns:a16="http://schemas.microsoft.com/office/drawing/2014/main" id="{67AA182C-43CD-6048-8E07-6A697FC9437D}"/>
              </a:ext>
            </a:extLst>
          </p:cNvPr>
          <p:cNvSpPr/>
          <p:nvPr/>
        </p:nvSpPr>
        <p:spPr>
          <a:xfrm>
            <a:off x="553932" y="6507311"/>
            <a:ext cx="1479807" cy="231006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PROGRESS_FILL">
            <a:extLst>
              <a:ext uri="{FF2B5EF4-FFF2-40B4-BE49-F238E27FC236}">
                <a16:creationId xmlns:a16="http://schemas.microsoft.com/office/drawing/2014/main" id="{38F9A4D1-30BB-E88B-9CD6-62D31A7F1A80}"/>
              </a:ext>
            </a:extLst>
          </p:cNvPr>
          <p:cNvSpPr/>
          <p:nvPr/>
        </p:nvSpPr>
        <p:spPr>
          <a:xfrm>
            <a:off x="553931" y="6507311"/>
            <a:ext cx="1479807" cy="231006"/>
          </a:xfrm>
          <a:prstGeom prst="roundRect">
            <a:avLst/>
          </a:prstGeom>
          <a:solidFill>
            <a:srgbClr val="0D6E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630128" y="4432329"/>
            <a:ext cx="92025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CDFC0C-0262-8976-8D9D-643D44D1950F}"/>
              </a:ext>
            </a:extLst>
          </p:cNvPr>
          <p:cNvSpPr txBox="1"/>
          <p:nvPr/>
        </p:nvSpPr>
        <p:spPr>
          <a:xfrm>
            <a:off x="8820449" y="2549723"/>
            <a:ext cx="341292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pic>
        <p:nvPicPr>
          <p:cNvPr id="9" name="VOCAB_IMAGE" descr="image.png">
            <a:extLst>
              <a:ext uri="{FF2B5EF4-FFF2-40B4-BE49-F238E27FC236}">
                <a16:creationId xmlns:a16="http://schemas.microsoft.com/office/drawing/2014/main" id="{368E1B53-F0B4-D894-E572-2A3C5253A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"/>
            <a:ext cx="4719484" cy="35574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6C92D8-B625-9D83-E207-CF54C1744E87}"/>
              </a:ext>
            </a:extLst>
          </p:cNvPr>
          <p:cNvSpPr txBox="1"/>
          <p:nvPr/>
        </p:nvSpPr>
        <p:spPr>
          <a:xfrm>
            <a:off x="5515897" y="213702"/>
            <a:ext cx="6517097" cy="11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74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74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14FDC0-96B5-11CD-CFED-2E1D12F118E6}"/>
              </a:ext>
            </a:extLst>
          </p:cNvPr>
          <p:cNvSpPr txBox="1"/>
          <p:nvPr/>
        </p:nvSpPr>
        <p:spPr>
          <a:xfrm>
            <a:off x="7277098" y="131824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u="none" dirty="0">
                <a:solidFill>
                  <a:srgbClr val="472D33"/>
                </a:solidFill>
                <a:latin typeface="Poppins ExtraBold"/>
              </a:rPr>
              <a:t>{{</a:t>
            </a:r>
            <a:r>
              <a:rPr lang="en-GB" sz="1400" dirty="0">
                <a:solidFill>
                  <a:srgbClr val="472D33"/>
                </a:solidFill>
                <a:latin typeface="Poppins ExtraBold"/>
              </a:rPr>
              <a:t>PRONUNCIATION</a:t>
            </a:r>
            <a:r>
              <a:rPr lang="en-GB" sz="1650" u="none" dirty="0">
                <a:solidFill>
                  <a:srgbClr val="472D33"/>
                </a:solidFill>
                <a:latin typeface="Poppins ExtraBold"/>
              </a:rPr>
              <a:t>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AA01F0-CDA5-2E9A-FC35-BB3583E37F53}"/>
              </a:ext>
            </a:extLst>
          </p:cNvPr>
          <p:cNvSpPr txBox="1"/>
          <p:nvPr/>
        </p:nvSpPr>
        <p:spPr>
          <a:xfrm>
            <a:off x="5697178" y="1633750"/>
            <a:ext cx="599829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7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7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2757C-E786-9920-5B44-D58460533C42}"/>
              </a:ext>
            </a:extLst>
          </p:cNvPr>
          <p:cNvSpPr txBox="1"/>
          <p:nvPr/>
        </p:nvSpPr>
        <p:spPr>
          <a:xfrm>
            <a:off x="4889704" y="2526335"/>
            <a:ext cx="38066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2400" b="0" i="0" u="none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EA3E07-4242-96F2-B06B-7167CE3ADE1F}"/>
              </a:ext>
            </a:extLst>
          </p:cNvPr>
          <p:cNvSpPr txBox="1"/>
          <p:nvPr/>
        </p:nvSpPr>
        <p:spPr>
          <a:xfrm>
            <a:off x="296784" y="6156796"/>
            <a:ext cx="1994105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endParaRPr sz="1500" b="0" i="0" u="none" dirty="0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30" name="PROGRESS_TRACK">
            <a:extLst>
              <a:ext uri="{FF2B5EF4-FFF2-40B4-BE49-F238E27FC236}">
                <a16:creationId xmlns:a16="http://schemas.microsoft.com/office/drawing/2014/main" id="{CC8B99D7-37DC-D987-22FB-2D85E169B889}"/>
              </a:ext>
            </a:extLst>
          </p:cNvPr>
          <p:cNvSpPr/>
          <p:nvPr/>
        </p:nvSpPr>
        <p:spPr>
          <a:xfrm>
            <a:off x="553932" y="6507311"/>
            <a:ext cx="1479807" cy="231006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PROGRESS_FILL">
            <a:extLst>
              <a:ext uri="{FF2B5EF4-FFF2-40B4-BE49-F238E27FC236}">
                <a16:creationId xmlns:a16="http://schemas.microsoft.com/office/drawing/2014/main" id="{463A790D-2C64-0A57-FB91-B0B4DC9B2692}"/>
              </a:ext>
            </a:extLst>
          </p:cNvPr>
          <p:cNvSpPr/>
          <p:nvPr/>
        </p:nvSpPr>
        <p:spPr>
          <a:xfrm>
            <a:off x="553931" y="6507311"/>
            <a:ext cx="1479807" cy="231006"/>
          </a:xfrm>
          <a:prstGeom prst="roundRect">
            <a:avLst/>
          </a:prstGeom>
          <a:solidFill>
            <a:srgbClr val="0D6E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7BCAC7-9746-3084-D20B-C02A99CD59B2}"/>
              </a:ext>
            </a:extLst>
          </p:cNvPr>
          <p:cNvSpPr txBox="1"/>
          <p:nvPr/>
        </p:nvSpPr>
        <p:spPr>
          <a:xfrm>
            <a:off x="2630128" y="5247818"/>
            <a:ext cx="877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</a:t>
            </a:r>
            <a:r>
              <a:rPr lang="en-GB" sz="2400" dirty="0">
                <a:solidFill>
                  <a:srgbClr val="2A3644"/>
                </a:solidFill>
                <a:latin typeface="Poppins ExtraBold"/>
              </a:rPr>
              <a:t>PRESENT_SENTENCE</a:t>
            </a:r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1F0482-326F-EE74-B18A-65FC3B640E92}"/>
              </a:ext>
            </a:extLst>
          </p:cNvPr>
          <p:cNvSpPr txBox="1"/>
          <p:nvPr/>
        </p:nvSpPr>
        <p:spPr>
          <a:xfrm>
            <a:off x="8820449" y="2549723"/>
            <a:ext cx="341292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623EB-2A7F-7E13-A27F-15A5483F3E36}"/>
              </a:ext>
            </a:extLst>
          </p:cNvPr>
          <p:cNvSpPr txBox="1"/>
          <p:nvPr/>
        </p:nvSpPr>
        <p:spPr>
          <a:xfrm>
            <a:off x="2630128" y="4432329"/>
            <a:ext cx="92025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pic>
        <p:nvPicPr>
          <p:cNvPr id="4" name="VOCAB_IMAGE" descr="image.png">
            <a:extLst>
              <a:ext uri="{FF2B5EF4-FFF2-40B4-BE49-F238E27FC236}">
                <a16:creationId xmlns:a16="http://schemas.microsoft.com/office/drawing/2014/main" id="{072C435A-3623-DF6A-1168-7B92D2916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"/>
            <a:ext cx="4719484" cy="3557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D5E0B8-1969-5150-7E87-49689D59AFBF}"/>
              </a:ext>
            </a:extLst>
          </p:cNvPr>
          <p:cNvSpPr txBox="1"/>
          <p:nvPr/>
        </p:nvSpPr>
        <p:spPr>
          <a:xfrm>
            <a:off x="5515897" y="213702"/>
            <a:ext cx="6517097" cy="11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74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74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9D482-6922-BBCD-7870-A2F266791D4D}"/>
              </a:ext>
            </a:extLst>
          </p:cNvPr>
          <p:cNvSpPr txBox="1"/>
          <p:nvPr/>
        </p:nvSpPr>
        <p:spPr>
          <a:xfrm>
            <a:off x="7277098" y="131824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u="none" dirty="0">
                <a:solidFill>
                  <a:srgbClr val="472D33"/>
                </a:solidFill>
                <a:latin typeface="Poppins ExtraBold"/>
              </a:rPr>
              <a:t>{{</a:t>
            </a:r>
            <a:r>
              <a:rPr lang="en-GB" sz="1400" dirty="0">
                <a:solidFill>
                  <a:srgbClr val="472D33"/>
                </a:solidFill>
                <a:latin typeface="Poppins ExtraBold"/>
              </a:rPr>
              <a:t>PRONUNCIATION</a:t>
            </a:r>
            <a:r>
              <a:rPr lang="en-GB" sz="1650" u="none" dirty="0">
                <a:solidFill>
                  <a:srgbClr val="472D33"/>
                </a:solidFill>
                <a:latin typeface="Poppins ExtraBold"/>
              </a:rPr>
              <a:t>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F5471F-F28D-66C0-3F0E-95BE45FDA550}"/>
              </a:ext>
            </a:extLst>
          </p:cNvPr>
          <p:cNvSpPr txBox="1"/>
          <p:nvPr/>
        </p:nvSpPr>
        <p:spPr>
          <a:xfrm>
            <a:off x="5697178" y="1633750"/>
            <a:ext cx="599829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7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7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7DFD58-B561-E5FE-24B6-1ECFF848EE60}"/>
              </a:ext>
            </a:extLst>
          </p:cNvPr>
          <p:cNvSpPr txBox="1"/>
          <p:nvPr/>
        </p:nvSpPr>
        <p:spPr>
          <a:xfrm>
            <a:off x="4889704" y="2526335"/>
            <a:ext cx="38066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2400" b="0" i="0" u="none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5F20A-395F-DD90-A162-EAD3A8DF2F04}"/>
              </a:ext>
            </a:extLst>
          </p:cNvPr>
          <p:cNvSpPr txBox="1"/>
          <p:nvPr/>
        </p:nvSpPr>
        <p:spPr>
          <a:xfrm>
            <a:off x="296784" y="6156796"/>
            <a:ext cx="1994105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endParaRPr sz="1500" b="0" i="0" u="none" dirty="0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14" name="PROGRESS_TRACK">
            <a:extLst>
              <a:ext uri="{FF2B5EF4-FFF2-40B4-BE49-F238E27FC236}">
                <a16:creationId xmlns:a16="http://schemas.microsoft.com/office/drawing/2014/main" id="{9AF7C590-F769-69F9-5040-AE90C7A8A7A8}"/>
              </a:ext>
            </a:extLst>
          </p:cNvPr>
          <p:cNvSpPr/>
          <p:nvPr/>
        </p:nvSpPr>
        <p:spPr>
          <a:xfrm>
            <a:off x="553932" y="6507311"/>
            <a:ext cx="1479807" cy="231006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PROGRESS_FILL">
            <a:extLst>
              <a:ext uri="{FF2B5EF4-FFF2-40B4-BE49-F238E27FC236}">
                <a16:creationId xmlns:a16="http://schemas.microsoft.com/office/drawing/2014/main" id="{77525C4D-695F-A718-B34A-0053E8C533E3}"/>
              </a:ext>
            </a:extLst>
          </p:cNvPr>
          <p:cNvSpPr/>
          <p:nvPr/>
        </p:nvSpPr>
        <p:spPr>
          <a:xfrm>
            <a:off x="553931" y="6507311"/>
            <a:ext cx="1479807" cy="231006"/>
          </a:xfrm>
          <a:prstGeom prst="roundRect">
            <a:avLst/>
          </a:prstGeom>
          <a:solidFill>
            <a:srgbClr val="0D6E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719EB7-F939-9669-5498-08964765C4AB}"/>
              </a:ext>
            </a:extLst>
          </p:cNvPr>
          <p:cNvSpPr txBox="1"/>
          <p:nvPr/>
        </p:nvSpPr>
        <p:spPr>
          <a:xfrm>
            <a:off x="2630128" y="5984803"/>
            <a:ext cx="824004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</a:t>
            </a:r>
            <a:r>
              <a:rPr lang="en-GB" sz="2400" dirty="0">
                <a:solidFill>
                  <a:srgbClr val="2A3644"/>
                </a:solidFill>
                <a:latin typeface="Poppins ExtraBold"/>
              </a:rPr>
              <a:t>F</a:t>
            </a:r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UTURE</a:t>
            </a:r>
            <a:r>
              <a:rPr lang="en-GB" sz="2400" dirty="0">
                <a:solidFill>
                  <a:srgbClr val="2A3644"/>
                </a:solidFill>
                <a:latin typeface="Poppins ExtraBold"/>
              </a:rPr>
              <a:t>_SENTENCE</a:t>
            </a:r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FEC5A9-E247-9090-8B5E-DF195BFCAB9D}"/>
              </a:ext>
            </a:extLst>
          </p:cNvPr>
          <p:cNvSpPr txBox="1"/>
          <p:nvPr/>
        </p:nvSpPr>
        <p:spPr>
          <a:xfrm>
            <a:off x="8820449" y="2549723"/>
            <a:ext cx="341292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12C5B2-CFF0-4A87-C883-30EC409E492D}"/>
              </a:ext>
            </a:extLst>
          </p:cNvPr>
          <p:cNvSpPr txBox="1"/>
          <p:nvPr/>
        </p:nvSpPr>
        <p:spPr>
          <a:xfrm>
            <a:off x="2630128" y="4432329"/>
            <a:ext cx="92025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pic>
        <p:nvPicPr>
          <p:cNvPr id="4" name="VOCAB_IMAGE" descr="image.png">
            <a:extLst>
              <a:ext uri="{FF2B5EF4-FFF2-40B4-BE49-F238E27FC236}">
                <a16:creationId xmlns:a16="http://schemas.microsoft.com/office/drawing/2014/main" id="{453A244D-653E-CCB6-F580-EB06975F0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"/>
            <a:ext cx="4719484" cy="35574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6F48EE-5878-99D8-5636-D1B0BA937A96}"/>
              </a:ext>
            </a:extLst>
          </p:cNvPr>
          <p:cNvSpPr txBox="1"/>
          <p:nvPr/>
        </p:nvSpPr>
        <p:spPr>
          <a:xfrm>
            <a:off x="2630128" y="5247818"/>
            <a:ext cx="877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</a:t>
            </a:r>
            <a:r>
              <a:rPr lang="en-GB" sz="2400" dirty="0">
                <a:solidFill>
                  <a:srgbClr val="2A3644"/>
                </a:solidFill>
                <a:latin typeface="Poppins ExtraBold"/>
              </a:rPr>
              <a:t>PRESENT_SENTENCE</a:t>
            </a:r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B2B7D-C7F8-A0DE-390F-3455C7396ED4}"/>
              </a:ext>
            </a:extLst>
          </p:cNvPr>
          <p:cNvSpPr txBox="1"/>
          <p:nvPr/>
        </p:nvSpPr>
        <p:spPr>
          <a:xfrm>
            <a:off x="5515897" y="213702"/>
            <a:ext cx="6517097" cy="11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74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74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97910E-8E8D-2CA3-A434-3288D087C590}"/>
              </a:ext>
            </a:extLst>
          </p:cNvPr>
          <p:cNvSpPr txBox="1"/>
          <p:nvPr/>
        </p:nvSpPr>
        <p:spPr>
          <a:xfrm>
            <a:off x="7277098" y="131824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u="none" dirty="0">
                <a:solidFill>
                  <a:srgbClr val="472D33"/>
                </a:solidFill>
                <a:latin typeface="Poppins ExtraBold"/>
              </a:rPr>
              <a:t>{{</a:t>
            </a:r>
            <a:r>
              <a:rPr lang="en-GB" sz="1400" dirty="0">
                <a:solidFill>
                  <a:srgbClr val="472D33"/>
                </a:solidFill>
                <a:latin typeface="Poppins ExtraBold"/>
              </a:rPr>
              <a:t>PRONUNCIATION</a:t>
            </a:r>
            <a:r>
              <a:rPr lang="en-GB" sz="1650" u="none" dirty="0">
                <a:solidFill>
                  <a:srgbClr val="472D33"/>
                </a:solidFill>
                <a:latin typeface="Poppins ExtraBold"/>
              </a:rPr>
              <a:t>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949B3C-0209-A9C4-8867-0E5336B71BC2}"/>
              </a:ext>
            </a:extLst>
          </p:cNvPr>
          <p:cNvSpPr txBox="1"/>
          <p:nvPr/>
        </p:nvSpPr>
        <p:spPr>
          <a:xfrm>
            <a:off x="5697178" y="1633750"/>
            <a:ext cx="599829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7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7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802CE3-BE68-3275-3CF6-F7AD9F7537BD}"/>
              </a:ext>
            </a:extLst>
          </p:cNvPr>
          <p:cNvSpPr txBox="1"/>
          <p:nvPr/>
        </p:nvSpPr>
        <p:spPr>
          <a:xfrm>
            <a:off x="4889704" y="2526335"/>
            <a:ext cx="38066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2400" b="0" i="0" u="none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75A85-7ACD-EC6C-BD01-74C02766CB35}"/>
              </a:ext>
            </a:extLst>
          </p:cNvPr>
          <p:cNvSpPr txBox="1"/>
          <p:nvPr/>
        </p:nvSpPr>
        <p:spPr>
          <a:xfrm>
            <a:off x="296784" y="6156796"/>
            <a:ext cx="1994105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endParaRPr sz="1500" b="0" i="0" u="none" dirty="0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16" name="PROGRESS_TRACK">
            <a:extLst>
              <a:ext uri="{FF2B5EF4-FFF2-40B4-BE49-F238E27FC236}">
                <a16:creationId xmlns:a16="http://schemas.microsoft.com/office/drawing/2014/main" id="{190DD530-3681-6651-ABD7-ED25759DEBCF}"/>
              </a:ext>
            </a:extLst>
          </p:cNvPr>
          <p:cNvSpPr/>
          <p:nvPr/>
        </p:nvSpPr>
        <p:spPr>
          <a:xfrm>
            <a:off x="553932" y="6507311"/>
            <a:ext cx="1479807" cy="231006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PROGRESS_FILL">
            <a:extLst>
              <a:ext uri="{FF2B5EF4-FFF2-40B4-BE49-F238E27FC236}">
                <a16:creationId xmlns:a16="http://schemas.microsoft.com/office/drawing/2014/main" id="{4B71666D-6536-CA5E-E603-EA34D3B0D5F2}"/>
              </a:ext>
            </a:extLst>
          </p:cNvPr>
          <p:cNvSpPr/>
          <p:nvPr/>
        </p:nvSpPr>
        <p:spPr>
          <a:xfrm>
            <a:off x="553931" y="6507311"/>
            <a:ext cx="1479807" cy="231006"/>
          </a:xfrm>
          <a:prstGeom prst="roundRect">
            <a:avLst/>
          </a:prstGeom>
          <a:solidFill>
            <a:srgbClr val="0D6E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222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11</cp:revision>
  <dcterms:created xsi:type="dcterms:W3CDTF">2013-01-27T09:14:16Z</dcterms:created>
  <dcterms:modified xsi:type="dcterms:W3CDTF">2026-08-21T14:54:27Z</dcterms:modified>
  <cp:category/>
</cp:coreProperties>
</file>