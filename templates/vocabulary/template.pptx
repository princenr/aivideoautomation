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3" r:id="rId4"/>
    <p:sldId id="264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3644"/>
    <a:srgbClr val="64748B"/>
    <a:srgbClr val="475569"/>
    <a:srgbClr val="1C1C1C"/>
    <a:srgbClr val="2F4F4F"/>
    <a:srgbClr val="1E293B"/>
    <a:srgbClr val="1F1B1D"/>
    <a:srgbClr val="616161"/>
    <a:srgbClr val="201A1E"/>
    <a:srgbClr val="472D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99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{{WORD}}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{{MEANING}}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97AB29-D224-5631-2BF3-17C2CE43B1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{{BASE_FORM}}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{{PRESENT_FORM}}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{{PAST_FORM}}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{{HINDI}},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{{MALAYALAM}},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{{TAMIL}}</a:t>
            </a:r>
            <a:endParaRPr lang="en-IN" b="1" dirty="0">
              <a:solidFill>
                <a:srgbClr val="47556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{{WORD_NUMBER}}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{{ABC}}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A1FAF-FDF6-D262-4A6E-8F98ACE4A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A81A8A7-71C2-A8EE-E03C-BD486F868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{{ABC}}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92E79E2-5CAD-D379-5C20-8A1707B00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FCD05558-337A-8570-1322-8E31419963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{{WORD}}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{{MEANING}}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A704EA-DBA6-7A74-1E29-E0E399DC95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{{BASE_FORM}}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{{PRESENT_FORM}}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{{PAST_FORM}}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{{PAST_SENTENCE}}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CE9C-16FA-6AB7-2AEC-05853ABB59B8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{{WORD_NUMBER}}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94828-D644-2796-92D6-FAF160DB0C2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{{HINDI}},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{{MALAYALAM}},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{{TAMIL}}</a:t>
            </a:r>
            <a:endParaRPr lang="en-IN" b="1" dirty="0">
              <a:solidFill>
                <a:srgbClr val="4755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133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A4F9D1-DD01-2A0C-BA1C-F5AE3F2DD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1B1DB53D-A1BD-2743-4573-1146636AF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{{ABC}}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F373F6F7-FF94-4E2E-08A0-C01BE84F1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5F6295AE-B2A6-F851-DBE4-805A3997D6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{{WORD}}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{{MEANING}}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892612-1B2E-1773-39E7-B2EC7757F3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{{BASE_FORM}}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{{PRESENT_FORM}}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{{PAST_FORM}}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{{PAST_SENTENCE}}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4EDAF-AC6D-61E3-3AE8-5AF4B7AA566D}"/>
              </a:ext>
            </a:extLst>
          </p:cNvPr>
          <p:cNvSpPr txBox="1"/>
          <p:nvPr/>
        </p:nvSpPr>
        <p:spPr>
          <a:xfrm>
            <a:off x="2895599" y="4948361"/>
            <a:ext cx="866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{{PRESENT_SENTENCE}}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58E69-D62B-402C-537C-2585F5407329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{{WORD_NUMBER}}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8B3D8-B85C-5D71-F240-2608622284BF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{{HINDI}},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{{MALAYALAM}},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{{TAMIL}}</a:t>
            </a:r>
            <a:endParaRPr lang="en-IN" b="1" dirty="0">
              <a:solidFill>
                <a:srgbClr val="4755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6023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63B76A-1DDC-E908-B715-4D5AD5C46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C255B0C-908B-760D-5C59-55332535C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{{ABC}}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5329CAB9-5A4C-4E45-9F44-064B8C904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029C7941-3504-862F-A821-E0F421CD4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{{WORD}}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{{MEANING}}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D9AD66-C36B-CDA3-60DF-3DE8F53026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{{BASE_FORM}}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{{PRESENT_FORM}}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{{PAST_FORM}}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{{PAST_SENTENCE}}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2895599" y="4948361"/>
            <a:ext cx="807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{{PRESENT_SENTENCE}}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3794638" y="5554756"/>
            <a:ext cx="7468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{{FUTURE_SENTENCE}}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5960A-98FD-C624-A616-C23C3B183BE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{{WORD_NUMBER}}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AE4CF2-87B2-9E90-5571-EBB293BCDA70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{{HINDI}},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{{MALAYALAM}},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{{TAMIL}}</a:t>
            </a:r>
            <a:endParaRPr lang="en-IN" b="1" dirty="0">
              <a:solidFill>
                <a:srgbClr val="4755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3314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210</Words>
  <Application>Microsoft Office PowerPoint</Application>
  <PresentationFormat>Widescreen</PresentationFormat>
  <Paragraphs>38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Noto Sans SemiBold</vt:lpstr>
      <vt:lpstr>Poppins</vt:lpstr>
      <vt:lpstr>Poppins ExtraBold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Prince N R</cp:lastModifiedBy>
  <cp:revision>11</cp:revision>
  <dcterms:created xsi:type="dcterms:W3CDTF">2013-01-27T09:14:16Z</dcterms:created>
  <dcterms:modified xsi:type="dcterms:W3CDTF">2026-08-03T11:30:32Z</dcterms:modified>
  <cp:category/>
</cp:coreProperties>
</file>