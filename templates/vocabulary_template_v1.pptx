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272212"/>
            <a:ext cx="26546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oppins SemiBold"/>
              </a:rPr>
              <a:t>Word 3 / 20 </a:t>
            </a:r>
            <a:r>
              <a:rPr b="0" sz="1500" i="0" u="none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257925"/>
            <a:ext cx="228600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oppins ExtraBold"/>
              </a:rPr>
              <a:t>MYVOCABCHANNEL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6281737"/>
            <a:ext cx="3429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4475" y="452437"/>
            <a:ext cx="1990248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b="0" sz="8250" i="0" u="none">
                <a:solidFill>
                  <a:srgbClr val="0F172A"/>
                </a:solidFill>
                <a:latin typeface="Poppins ExtraBold"/>
              </a:rPr>
              <a:t>Flip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0325" y="1700212"/>
            <a:ext cx="36385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E293B"/>
                </a:solidFill>
                <a:latin typeface="Poppins"/>
              </a:rPr>
              <a:t>To turn over quickly.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9037" y="2462212"/>
            <a:ext cx="138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2400" i="0" u="none">
                <a:solidFill>
                  <a:srgbClr val="475569"/>
                </a:solidFill>
                <a:latin typeface="Noto Sans SemiBold"/>
              </a:rPr>
              <a:t>पलटना,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തിരിക്കുക,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திருப்பு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4000500"/>
            <a:ext cx="6267450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72212"/>
            <a:ext cx="26546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oppins SemiBold"/>
              </a:rPr>
              <a:t>Word 3 / 20 </a:t>
            </a:r>
            <a:r>
              <a:rPr b="0" sz="1500" i="0" u="none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257925"/>
            <a:ext cx="228600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oppins ExtraBold"/>
              </a:rPr>
              <a:t>MYVOCABCHANNEL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6281737"/>
            <a:ext cx="3429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4475" y="452437"/>
            <a:ext cx="1990248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b="0" sz="8250" i="0" u="none">
                <a:solidFill>
                  <a:srgbClr val="0F172A"/>
                </a:solidFill>
                <a:latin typeface="Poppins ExtraBold"/>
              </a:rPr>
              <a:t>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0325" y="1700212"/>
            <a:ext cx="36385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E293B"/>
                </a:solidFill>
                <a:latin typeface="Poppins"/>
              </a:rPr>
              <a:t>To turn over quickly.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9037" y="2462212"/>
            <a:ext cx="138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2400" i="0" u="none">
                <a:solidFill>
                  <a:srgbClr val="475569"/>
                </a:solidFill>
                <a:latin typeface="Noto Sans SemiBold"/>
              </a:rPr>
              <a:t>पलटना,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തിരിക്കുക,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திருப்பு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1950" y="4162425"/>
            <a:ext cx="13335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850" i="0" u="none">
                <a:solidFill>
                  <a:srgbClr val="2563EB"/>
                </a:solidFill>
                <a:latin typeface="Poppins ExtraBold"/>
              </a:rPr>
              <a:t>flipped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4000500"/>
            <a:ext cx="6267450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5019675"/>
            <a:ext cx="5619750" cy="828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272212"/>
            <a:ext cx="26546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oppins SemiBold"/>
              </a:rPr>
              <a:t>Word 3 / 20 </a:t>
            </a:r>
            <a:r>
              <a:rPr b="0" sz="1500" i="0" u="none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57925"/>
            <a:ext cx="228600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oppins ExtraBold"/>
              </a:rPr>
              <a:t>MYVOCABCHANNEL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6281737"/>
            <a:ext cx="3429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4475" y="452437"/>
            <a:ext cx="1990248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b="0" sz="8250" i="0" u="none">
                <a:solidFill>
                  <a:srgbClr val="0F172A"/>
                </a:solidFill>
                <a:latin typeface="Poppins ExtraBold"/>
              </a:rPr>
              <a:t>Flip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325" y="1700212"/>
            <a:ext cx="36385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E293B"/>
                </a:solidFill>
                <a:latin typeface="Poppins"/>
              </a:rPr>
              <a:t>To turn over quickly.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9037" y="2462212"/>
            <a:ext cx="138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2400" i="0" u="none">
                <a:solidFill>
                  <a:srgbClr val="475569"/>
                </a:solidFill>
                <a:latin typeface="Noto Sans SemiBold"/>
              </a:rPr>
              <a:t>पलटना,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തിരിക്കുക,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திருப்பு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1950" y="4162425"/>
            <a:ext cx="13335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850" i="0" u="none">
                <a:solidFill>
                  <a:srgbClr val="2563EB"/>
                </a:solidFill>
                <a:latin typeface="Poppins ExtraBold"/>
              </a:rPr>
              <a:t>flipped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5300" y="5181600"/>
            <a:ext cx="8286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850" i="0" u="none">
                <a:solidFill>
                  <a:srgbClr val="2563EB"/>
                </a:solidFill>
                <a:latin typeface="Poppins ExtraBold"/>
              </a:rPr>
              <a:t>flips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4000500"/>
            <a:ext cx="6267450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5019675"/>
            <a:ext cx="5619750" cy="828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462" y="6038850"/>
            <a:ext cx="7839075" cy="828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272212"/>
            <a:ext cx="26546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Poppins SemiBold"/>
              </a:rPr>
              <a:t>Word 3 / 20 </a:t>
            </a:r>
            <a:r>
              <a:rPr b="0" sz="1500" i="0" u="none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257925"/>
            <a:ext cx="2286000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oppins ExtraBold"/>
              </a:rPr>
              <a:t>MYVOCABCHANNEL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6281737"/>
            <a:ext cx="3429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4475" y="452437"/>
            <a:ext cx="1990248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b="0" sz="8250" i="0" u="none">
                <a:solidFill>
                  <a:srgbClr val="0F172A"/>
                </a:solidFill>
                <a:latin typeface="Poppins ExtraBold"/>
              </a:rPr>
              <a:t>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1700212"/>
            <a:ext cx="36385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E293B"/>
                </a:solidFill>
                <a:latin typeface="Poppins"/>
              </a:rPr>
              <a:t>To turn over quickly.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9037" y="2462212"/>
            <a:ext cx="138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2400" i="0" u="none">
                <a:solidFill>
                  <a:srgbClr val="475569"/>
                </a:solidFill>
                <a:latin typeface="Noto Sans SemiBold"/>
              </a:rPr>
              <a:t>पलटना,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തിരിക്കുക,</a:t>
            </a:r>
            <a:r>
              <a:t>
</a:t>
            </a:r>
            <a:r>
              <a:rPr b="0" sz="2400" i="0" u="none">
                <a:solidFill>
                  <a:srgbClr val="475569"/>
                </a:solidFill>
                <a:latin typeface="Noto Sans SemiBold"/>
              </a:rPr>
              <a:t> திருப்பு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1950" y="4162425"/>
            <a:ext cx="13335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850" i="0" u="none">
                <a:solidFill>
                  <a:srgbClr val="2563EB"/>
                </a:solidFill>
                <a:latin typeface="Poppins ExtraBold"/>
              </a:rPr>
              <a:t>flipped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5300" y="5181600"/>
            <a:ext cx="8286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850" i="0" u="none">
                <a:solidFill>
                  <a:srgbClr val="2563EB"/>
                </a:solidFill>
                <a:latin typeface="Poppins ExtraBold"/>
              </a:rPr>
              <a:t>flips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1012" y="6200775"/>
            <a:ext cx="61912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850" i="0" u="none">
                <a:solidFill>
                  <a:srgbClr val="2563EB"/>
                </a:solidFill>
                <a:latin typeface="Poppins ExtraBold"/>
              </a:rPr>
              <a:t>flip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oppins"/>
              </a:rPr>
              <a:t>Image Sources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47750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6875" y="1047750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oppins"/>
              </a:rPr>
              <a:t>https://t.pimg.jp/094/260/471/1/94260471.jpg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6875" y="1285875"/>
            <a:ext cx="9953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oppi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oppins"/>
              </a:rPr>
              <a:t>www.pixtastock.com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