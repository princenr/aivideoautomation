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123470" y="1605828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{{HINDI}}, {{MALAYALAM}},</a:t>
            </a:r>
            <a:br>
              <a:rPr lang="en-GB" b="1" dirty="0"/>
            </a:br>
            <a:r>
              <a:rPr lang="en-GB" b="1" dirty="0"/>
              <a:t>{{TAMIL}}</a:t>
            </a:r>
            <a:endParaRPr lang="en-IN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{{WORD_NUMBER}}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FCD05558-337A-8570-1322-8E3141996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7B741-9FAC-7692-E721-B00547766DB9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DD7DE-7D39-D652-3399-C6F0644DC3D3}"/>
              </a:ext>
            </a:extLst>
          </p:cNvPr>
          <p:cNvSpPr txBox="1"/>
          <p:nvPr/>
        </p:nvSpPr>
        <p:spPr>
          <a:xfrm>
            <a:off x="4819651" y="4057650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{{HINDI}}, {{MALAYALAM}},</a:t>
            </a:r>
            <a:br>
              <a:rPr lang="en-GB" b="1" dirty="0"/>
            </a:br>
            <a:r>
              <a:rPr lang="en-GB" b="1" dirty="0"/>
              <a:t>{{TAMIL}}</a:t>
            </a:r>
            <a:endParaRPr lang="en-IN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7F8D2F-B09A-B1B4-583C-48301F7AAEF1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{{WORD_NUMBER}}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5F6295AE-B2A6-F851-DBE4-805A3997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70A0D5-DCB6-EBC2-66DD-4D7987991A2E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CB6EE9-A13A-C353-7C57-19E97573E6EC}"/>
              </a:ext>
            </a:extLst>
          </p:cNvPr>
          <p:cNvSpPr txBox="1"/>
          <p:nvPr/>
        </p:nvSpPr>
        <p:spPr>
          <a:xfrm>
            <a:off x="4819651" y="4057650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{{HINDI}}, {{MALAYALAM}},</a:t>
            </a:r>
            <a:br>
              <a:rPr lang="en-GB" b="1" dirty="0"/>
            </a:br>
            <a:r>
              <a:rPr lang="en-GB" b="1" dirty="0"/>
              <a:t>{{TAMIL}}</a:t>
            </a:r>
            <a:endParaRPr lang="en-IN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9B56-9DFE-47C2-5021-87EA5CA59DD7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{{WORD_NUMBER}}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0F27BC-5AF1-DB1A-0866-514662520B18}"/>
              </a:ext>
            </a:extLst>
          </p:cNvPr>
          <p:cNvSpPr txBox="1"/>
          <p:nvPr/>
        </p:nvSpPr>
        <p:spPr>
          <a:xfrm>
            <a:off x="3343716" y="5465198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{{PRESENT_SENTENCE}}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{{ABC}}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029C7941-3504-862F-A821-E0F421CD4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C39D6-270D-1294-4906-0E9A9A39D6FB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6551E-71B7-996E-87B0-BAA17D8A415B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3702767" y="5619955"/>
            <a:ext cx="756008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9B2766-06EB-ACF1-5F47-992137BDF7AC}"/>
              </a:ext>
            </a:extLst>
          </p:cNvPr>
          <p:cNvSpPr txBox="1"/>
          <p:nvPr/>
        </p:nvSpPr>
        <p:spPr>
          <a:xfrm>
            <a:off x="3794329" y="2583039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{{HINDI}}, {{MALAYALAM}},</a:t>
            </a:r>
            <a:br>
              <a:rPr lang="en-GB" b="1" dirty="0"/>
            </a:br>
            <a:r>
              <a:rPr lang="en-GB" b="1" dirty="0"/>
              <a:t>{{TAMIL}}</a:t>
            </a:r>
            <a:endParaRPr lang="en-IN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BDFC54-52D3-1CC7-0794-2AB566E6EA0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{{WORD_NUMBER}}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3191316" y="5312798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{{PRESENT_SENTENCE}}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4276419" y="6006622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{{FUTURE_SENTENCE}}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309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7</cp:revision>
  <dcterms:created xsi:type="dcterms:W3CDTF">2013-01-27T09:14:16Z</dcterms:created>
  <dcterms:modified xsi:type="dcterms:W3CDTF">2026-07-30T17:43:49Z</dcterms:modified>
  <cp:category/>
</cp:coreProperties>
</file>