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2" r:id="rId3"/>
    <p:sldId id="263" r:id="rId4"/>
    <p:sldId id="264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3644"/>
    <a:srgbClr val="64748B"/>
    <a:srgbClr val="475569"/>
    <a:srgbClr val="1C1C1C"/>
    <a:srgbClr val="2F4F4F"/>
    <a:srgbClr val="1E293B"/>
    <a:srgbClr val="1F1B1D"/>
    <a:srgbClr val="616161"/>
    <a:srgbClr val="201A1E"/>
    <a:srgbClr val="472D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996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{{WORD}}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{{MEANING}}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197AB29-D224-5631-2BF3-17C2CE43B1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C637730-1B9E-59C6-288A-947E01A8B966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{{BASE_FORM}}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,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{{PRESENT_FORM}}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,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{{PAST_FORM}}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537A4F-4D0A-BFF3-9AE8-11D8B8210CD5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{{HINDI}},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{{MALAYALAM}},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{{TAMIL}}</a:t>
            </a:r>
            <a:endParaRPr lang="en-IN" b="1" dirty="0">
              <a:solidFill>
                <a:srgbClr val="475569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46E987-1B6A-FE97-9592-C215495A06B3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{{WORD_NUMBER}}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ED7E96-20C9-C5ED-2E4C-C2B78876EA54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{{ABC}}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EA1FAF-FDF6-D262-4A6E-8F98ACE4A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DA81A8A7-71C2-A8EE-E03C-BD486F868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2A1C92A-00A5-A774-61BC-3DADB71CCAEC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5EB1EB-12A8-4C78-7555-C064C72F1E0A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{{ABC}}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E92E79E2-5CAD-D379-5C20-8A1707B00B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pic>
        <p:nvPicPr>
          <p:cNvPr id="6" name="Picture 5" descr="image.png">
            <a:extLst>
              <a:ext uri="{FF2B5EF4-FFF2-40B4-BE49-F238E27FC236}">
                <a16:creationId xmlns:a16="http://schemas.microsoft.com/office/drawing/2014/main" id="{FCD05558-337A-8570-1322-8E31419963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B967A89-D0B6-0911-7979-8252ABD5BB96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{{WORD}}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2C42FA-D19F-3E1A-4385-361C1AE5B3B6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{{MEANING}}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BA704EA-DBA6-7A74-1E29-E0E399DC950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423991E-464C-988E-7B7C-445D9C180856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{{BASE_FORM}}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,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{{PRESENT_FORM}}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,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{{PAST_FORM}}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EB2755-2C05-216C-E7F7-E2AE9F2E1A93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{{PAST_SENTENCE}}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70CE9C-16FA-6AB7-2AEC-05853ABB59B8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{{WORD_NUMBER}}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F94828-D644-2796-92D6-FAF160DB0C25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{{HINDI}},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{{MALAYALAM}},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{{TAMIL}}</a:t>
            </a:r>
            <a:endParaRPr lang="en-IN" b="1" dirty="0">
              <a:solidFill>
                <a:srgbClr val="47556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1337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A4F9D1-DD01-2A0C-BA1C-F5AE3F2DD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1B1DB53D-A1BD-2743-4573-1146636AF1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1C5957D-72BF-A1C1-2CDF-3D465AEF83B5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5401A7-5F33-EF8A-B948-FFD601450D38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{{ABC}}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F373F6F7-FF94-4E2E-08A0-C01BE84F1F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pic>
        <p:nvPicPr>
          <p:cNvPr id="6" name="Picture 5" descr="image.png">
            <a:extLst>
              <a:ext uri="{FF2B5EF4-FFF2-40B4-BE49-F238E27FC236}">
                <a16:creationId xmlns:a16="http://schemas.microsoft.com/office/drawing/2014/main" id="{5F6295AE-B2A6-F851-DBE4-805A3997D6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D94D832-421C-0BB8-B4EF-2E8C316DDE03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{{WORD}}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53BDB0-0299-1C06-2767-B086D47E946D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{{MEANING}}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2892612-1B2E-1773-39E7-B2EC7757F3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820A38-01D4-E7ED-BDB7-553169751532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{{BASE_FORM}}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,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{{PRESENT_FORM}}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,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{{PAST_FORM}}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8D98F2-5A50-2D14-CF77-9338B044F8B0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{{PAST_SENTENCE}}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D4EDAF-AC6D-61E3-3AE8-5AF4B7AA566D}"/>
              </a:ext>
            </a:extLst>
          </p:cNvPr>
          <p:cNvSpPr txBox="1"/>
          <p:nvPr/>
        </p:nvSpPr>
        <p:spPr>
          <a:xfrm>
            <a:off x="2895599" y="4948361"/>
            <a:ext cx="8667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</a:rPr>
              <a:t>{{PRESENT_SENTENCE}}</a:t>
            </a:r>
            <a:endParaRPr lang="en-IN" sz="2400" b="1" dirty="0">
              <a:solidFill>
                <a:srgbClr val="2A3644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958E69-D62B-402C-537C-2585F5407329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{{WORD_NUMBER}}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98B3D8-B85C-5D71-F240-2608622284BF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{{HINDI}},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{{MALAYALAM}},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{{TAMIL}}</a:t>
            </a:r>
            <a:endParaRPr lang="en-IN" b="1" dirty="0">
              <a:solidFill>
                <a:srgbClr val="47556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6023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63B76A-1DDC-E908-B715-4D5AD5C46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4C255B0C-908B-760D-5C59-55332535CA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7D54AEB-14D2-6B3E-61DD-29C1EC335912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AEFFF9-A6D7-E055-48B4-F328F40CD214}"/>
              </a:ext>
            </a:extLst>
          </p:cNvPr>
          <p:cNvSpPr txBox="1"/>
          <p:nvPr/>
        </p:nvSpPr>
        <p:spPr>
          <a:xfrm>
            <a:off x="7277098" y="1435579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{{ABC}}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5329CAB9-5A4C-4E45-9F44-064B8C9040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pic>
        <p:nvPicPr>
          <p:cNvPr id="6" name="Picture 5" descr="image.png">
            <a:extLst>
              <a:ext uri="{FF2B5EF4-FFF2-40B4-BE49-F238E27FC236}">
                <a16:creationId xmlns:a16="http://schemas.microsoft.com/office/drawing/2014/main" id="{029C7941-3504-862F-A821-E0F421CD4F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19242B-B8EF-E742-6363-D66D6E904EA3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{{WORD}}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FA01F0-8011-B7A8-5886-E85AF764AA61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{{MEANING}}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AD9AD66-C36B-CDA3-60DF-3DE8F53026D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7578E5-5932-FA5C-39E7-2BE2D9C2CF6B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{{BASE_FORM}}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,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{{PRESENT_FORM}}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,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lang="en-GB" sz="2000" b="1" dirty="0">
                <a:solidFill>
                  <a:srgbClr val="475569"/>
                </a:solidFill>
                <a:latin typeface="Noto Sans SemiBold"/>
              </a:rPr>
              <a:t>{{PAST_FORM}}</a:t>
            </a:r>
            <a:endParaRPr sz="2000" b="1" dirty="0">
              <a:solidFill>
                <a:srgbClr val="475569"/>
              </a:solidFill>
              <a:latin typeface="Noto Sans Semi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34DFEC-C01E-8667-4AB0-67B44270F3F0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{{PAST_SENTENCE}}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52620E-AE51-05B1-BFE9-0843E5D61517}"/>
              </a:ext>
            </a:extLst>
          </p:cNvPr>
          <p:cNvSpPr txBox="1"/>
          <p:nvPr/>
        </p:nvSpPr>
        <p:spPr>
          <a:xfrm>
            <a:off x="2895599" y="4948361"/>
            <a:ext cx="8071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</a:rPr>
              <a:t>{{PRESENT_SENTENCE}}</a:t>
            </a:r>
            <a:endParaRPr lang="en-IN" sz="2400" b="1" dirty="0">
              <a:solidFill>
                <a:srgbClr val="2A3644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99948D-503D-1BC8-A206-EA54AED1F16D}"/>
              </a:ext>
            </a:extLst>
          </p:cNvPr>
          <p:cNvSpPr txBox="1"/>
          <p:nvPr/>
        </p:nvSpPr>
        <p:spPr>
          <a:xfrm>
            <a:off x="3794638" y="5554756"/>
            <a:ext cx="65937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</a:rPr>
              <a:t>{{FUTURE_SENTENCE}}</a:t>
            </a:r>
            <a:endParaRPr lang="en-IN" sz="2400" b="1" dirty="0">
              <a:solidFill>
                <a:srgbClr val="2A3644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B5960A-98FD-C624-A616-C23C3B183BE0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{{WORD_NUMBER}}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AE4CF2-87B2-9E90-5571-EBB293BCDA70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{{HINDI}},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{{MALAYALAM}},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{{TAMIL}}</a:t>
            </a:r>
            <a:endParaRPr lang="en-IN" b="1" dirty="0">
              <a:solidFill>
                <a:srgbClr val="47556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33148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218</Words>
  <Application>Microsoft Office PowerPoint</Application>
  <PresentationFormat>Widescreen</PresentationFormat>
  <Paragraphs>38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Calibri</vt:lpstr>
      <vt:lpstr>Noto Sans SemiBold</vt:lpstr>
      <vt:lpstr>Poppins</vt:lpstr>
      <vt:lpstr>Poppins ExtraBold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Prince N R</cp:lastModifiedBy>
  <cp:revision>10</cp:revision>
  <dcterms:created xsi:type="dcterms:W3CDTF">2013-01-27T09:14:16Z</dcterms:created>
  <dcterms:modified xsi:type="dcterms:W3CDTF">2026-08-01T09:28:11Z</dcterms:modified>
  <cp:category/>
</cp:coreProperties>
</file>