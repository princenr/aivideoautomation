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1C1C1C"/>
    <a:srgbClr val="2F4F4F"/>
    <a:srgbClr val="1E293B"/>
    <a:srgbClr val="1F1B1D"/>
    <a:srgbClr val="616161"/>
    <a:srgbClr val="201A1E"/>
    <a:srgbClr val="472D33"/>
    <a:srgbClr val="B6B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FCD05558-337A-8570-1322-8E3141996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7B741-9FAC-7692-E721-B00547766DB9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5F6295AE-B2A6-F851-DBE4-805A3997D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70A0D5-DCB6-EBC2-66DD-4D7987991A2E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950292" y="4926131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029C7941-3504-862F-A821-E0F421CD4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C39D6-270D-1294-4906-0E9A9A39D6FB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6551E-71B7-996E-87B0-BAA17D8A415B}"/>
              </a:ext>
            </a:extLst>
          </p:cNvPr>
          <p:cNvSpPr txBox="1"/>
          <p:nvPr/>
        </p:nvSpPr>
        <p:spPr>
          <a:xfrm>
            <a:off x="2950292" y="4926131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719EB7-F939-9669-5498-08964765C4AB}"/>
              </a:ext>
            </a:extLst>
          </p:cNvPr>
          <p:cNvSpPr txBox="1"/>
          <p:nvPr/>
        </p:nvSpPr>
        <p:spPr>
          <a:xfrm>
            <a:off x="3702767" y="5619955"/>
            <a:ext cx="756008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F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UTURE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234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3</cp:revision>
  <dcterms:created xsi:type="dcterms:W3CDTF">2013-01-27T09:14:16Z</dcterms:created>
  <dcterms:modified xsi:type="dcterms:W3CDTF">2026-07-29T19:43:08Z</dcterms:modified>
  <cp:category/>
</cp:coreProperties>
</file>